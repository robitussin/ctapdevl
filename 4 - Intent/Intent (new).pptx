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4"/>
    <p:sldMasterId id="2147483698" r:id="rId5"/>
  </p:sldMasterIdLst>
  <p:notesMasterIdLst>
    <p:notesMasterId r:id="rId20"/>
  </p:notesMasterIdLst>
  <p:sldIdLst>
    <p:sldId id="256" r:id="rId6"/>
    <p:sldId id="303" r:id="rId7"/>
    <p:sldId id="304" r:id="rId8"/>
    <p:sldId id="305" r:id="rId9"/>
    <p:sldId id="307" r:id="rId10"/>
    <p:sldId id="317" r:id="rId11"/>
    <p:sldId id="313" r:id="rId12"/>
    <p:sldId id="314" r:id="rId13"/>
    <p:sldId id="315" r:id="rId14"/>
    <p:sldId id="316" r:id="rId15"/>
    <p:sldId id="318" r:id="rId16"/>
    <p:sldId id="319" r:id="rId17"/>
    <p:sldId id="320" r:id="rId18"/>
    <p:sldId id="302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71EE33-573B-423D-8153-F3878124C588}" v="6" dt="2024-01-17T14:34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1"/>
  </p:normalViewPr>
  <p:slideViewPr>
    <p:cSldViewPr snapToGrid="0">
      <p:cViewPr varScale="1">
        <p:scale>
          <a:sx n="185" d="100"/>
          <a:sy n="185" d="100"/>
        </p:scale>
        <p:origin x="14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font" Target="fonts/font1.fntdata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na Lyn P. Lopez" userId="S::dplopez@national-u.edu.ph::d2ebdca6-9425-4510-aae9-6a5b56663cb9" providerId="AD" clId="Web-{3D71EE33-573B-423D-8153-F3878124C588}"/>
    <pc:docChg chg="modSld">
      <pc:chgData name="Donna Lyn P. Lopez" userId="S::dplopez@national-u.edu.ph::d2ebdca6-9425-4510-aae9-6a5b56663cb9" providerId="AD" clId="Web-{3D71EE33-573B-423D-8153-F3878124C588}" dt="2024-01-17T14:34:48.469" v="5"/>
      <pc:docMkLst>
        <pc:docMk/>
      </pc:docMkLst>
      <pc:sldChg chg="delSp">
        <pc:chgData name="Donna Lyn P. Lopez" userId="S::dplopez@national-u.edu.ph::d2ebdca6-9425-4510-aae9-6a5b56663cb9" providerId="AD" clId="Web-{3D71EE33-573B-423D-8153-F3878124C588}" dt="2024-01-17T13:44:41.192" v="0"/>
        <pc:sldMkLst>
          <pc:docMk/>
          <pc:sldMk cId="0" sldId="262"/>
        </pc:sldMkLst>
        <pc:spChg chg="del">
          <ac:chgData name="Donna Lyn P. Lopez" userId="S::dplopez@national-u.edu.ph::d2ebdca6-9425-4510-aae9-6a5b56663cb9" providerId="AD" clId="Web-{3D71EE33-573B-423D-8153-F3878124C588}" dt="2024-01-17T13:44:41.192" v="0"/>
          <ac:spMkLst>
            <pc:docMk/>
            <pc:sldMk cId="0" sldId="262"/>
            <ac:spMk id="320" creationId="{00000000-0000-0000-0000-000000000000}"/>
          </ac:spMkLst>
        </pc:spChg>
      </pc:sldChg>
      <pc:sldChg chg="modSp">
        <pc:chgData name="Donna Lyn P. Lopez" userId="S::dplopez@national-u.edu.ph::d2ebdca6-9425-4510-aae9-6a5b56663cb9" providerId="AD" clId="Web-{3D71EE33-573B-423D-8153-F3878124C588}" dt="2024-01-17T14:07:20.333" v="3" actId="20577"/>
        <pc:sldMkLst>
          <pc:docMk/>
          <pc:sldMk cId="0" sldId="274"/>
        </pc:sldMkLst>
        <pc:spChg chg="mod">
          <ac:chgData name="Donna Lyn P. Lopez" userId="S::dplopez@national-u.edu.ph::d2ebdca6-9425-4510-aae9-6a5b56663cb9" providerId="AD" clId="Web-{3D71EE33-573B-423D-8153-F3878124C588}" dt="2024-01-17T14:07:20.333" v="3" actId="20577"/>
          <ac:spMkLst>
            <pc:docMk/>
            <pc:sldMk cId="0" sldId="274"/>
            <ac:spMk id="415" creationId="{00000000-0000-0000-0000-000000000000}"/>
          </ac:spMkLst>
        </pc:spChg>
      </pc:sldChg>
      <pc:sldChg chg="delSp">
        <pc:chgData name="Donna Lyn P. Lopez" userId="S::dplopez@national-u.edu.ph::d2ebdca6-9425-4510-aae9-6a5b56663cb9" providerId="AD" clId="Web-{3D71EE33-573B-423D-8153-F3878124C588}" dt="2024-01-17T14:34:48.469" v="5"/>
        <pc:sldMkLst>
          <pc:docMk/>
          <pc:sldMk cId="0" sldId="302"/>
        </pc:sldMkLst>
        <pc:spChg chg="del">
          <ac:chgData name="Donna Lyn P. Lopez" userId="S::dplopez@national-u.edu.ph::d2ebdca6-9425-4510-aae9-6a5b56663cb9" providerId="AD" clId="Web-{3D71EE33-573B-423D-8153-F3878124C588}" dt="2024-01-17T14:34:48.469" v="5"/>
          <ac:spMkLst>
            <pc:docMk/>
            <pc:sldMk cId="0" sldId="302"/>
            <ac:spMk id="660" creationId="{00000000-0000-0000-0000-000000000000}"/>
          </ac:spMkLst>
        </pc:spChg>
        <pc:spChg chg="del">
          <ac:chgData name="Donna Lyn P. Lopez" userId="S::dplopez@national-u.edu.ph::d2ebdca6-9425-4510-aae9-6a5b56663cb9" providerId="AD" clId="Web-{3D71EE33-573B-423D-8153-F3878124C588}" dt="2024-01-17T14:34:45.797" v="4"/>
          <ac:spMkLst>
            <pc:docMk/>
            <pc:sldMk cId="0" sldId="302"/>
            <ac:spMk id="66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804ee73e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804ee73e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8" name="Google Shape;148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9" name="Google Shape;149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0" name="Google Shape;160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1" name="Google Shape;171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subTitle" idx="3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95" name="Google Shape;195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>
            <a:spLocks noGrp="1"/>
          </p:cNvSpPr>
          <p:nvPr>
            <p:ph type="sldNum" idx="4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3" name="Google Shape;143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5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1" name="Google Shape;271;p53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2" name="Google Shape;272;p53"/>
          <p:cNvSpPr txBox="1">
            <a:spLocks noGrp="1"/>
          </p:cNvSpPr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Intent</a:t>
            </a:r>
            <a:endParaRPr dirty="0"/>
          </a:p>
        </p:txBody>
      </p:sp>
      <p:sp>
        <p:nvSpPr>
          <p:cNvPr id="273" name="Google Shape;273;p53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Week 6-7</a:t>
            </a:r>
            <a:endParaRPr sz="2100"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6326C-AC66-FF69-E98A-75F8B3B1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ECC0C-8C43-DA10-2F50-932EA61FD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What is an Intent?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Types of Intent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US" dirty="0"/>
              <a:t>Sending and Receiving Data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79391-D1B3-9046-81BD-585134A4E3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88528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8DB13-171B-5C21-7AF8-F66B21AFE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What is an Intent?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1EADD3-A6D5-3BC3-F2EC-2D1C268355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19040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FD8E5C-5C98-B66B-3519-DCF2F28FDE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5CC265-03B1-6D09-F552-C27086599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Intent</a:t>
            </a:r>
          </a:p>
        </p:txBody>
      </p:sp>
      <p:sp>
        <p:nvSpPr>
          <p:cNvPr id="4" name="Google Shape;401;p70">
            <a:extLst>
              <a:ext uri="{FF2B5EF4-FFF2-40B4-BE49-F238E27FC236}">
                <a16:creationId xmlns:a16="http://schemas.microsoft.com/office/drawing/2014/main" id="{3B266EC6-7AAE-2D9D-EF30-B6E4CF23B4B7}"/>
              </a:ext>
            </a:extLst>
          </p:cNvPr>
          <p:cNvSpPr txBox="1">
            <a:spLocks/>
          </p:cNvSpPr>
          <p:nvPr/>
        </p:nvSpPr>
        <p:spPr>
          <a:xfrm>
            <a:off x="361950" y="1612590"/>
            <a:ext cx="4523815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 </a:t>
            </a:r>
            <a:r>
              <a:rPr lang="en-US" sz="2400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Intent</a:t>
            </a:r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is an object we use to request an action from another app component via the Android system.  </a:t>
            </a:r>
          </a:p>
        </p:txBody>
      </p:sp>
      <p:sp>
        <p:nvSpPr>
          <p:cNvPr id="5" name="Google Shape;402;p70">
            <a:extLst>
              <a:ext uri="{FF2B5EF4-FFF2-40B4-BE49-F238E27FC236}">
                <a16:creationId xmlns:a16="http://schemas.microsoft.com/office/drawing/2014/main" id="{5EF03603-D0EB-C6A0-04DA-0B537CFC5B47}"/>
              </a:ext>
            </a:extLst>
          </p:cNvPr>
          <p:cNvSpPr/>
          <p:nvPr/>
        </p:nvSpPr>
        <p:spPr>
          <a:xfrm>
            <a:off x="7039059" y="2045147"/>
            <a:ext cx="18897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App component</a:t>
            </a:r>
            <a:endParaRPr sz="1800" dirty="0"/>
          </a:p>
        </p:txBody>
      </p:sp>
      <p:sp>
        <p:nvSpPr>
          <p:cNvPr id="6" name="Google Shape;403;p70">
            <a:extLst>
              <a:ext uri="{FF2B5EF4-FFF2-40B4-BE49-F238E27FC236}">
                <a16:creationId xmlns:a16="http://schemas.microsoft.com/office/drawing/2014/main" id="{30634C6F-D963-F47E-465B-543159BBF28D}"/>
              </a:ext>
            </a:extLst>
          </p:cNvPr>
          <p:cNvSpPr/>
          <p:nvPr/>
        </p:nvSpPr>
        <p:spPr>
          <a:xfrm>
            <a:off x="5056096" y="2045143"/>
            <a:ext cx="1389000" cy="42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Originator</a:t>
            </a:r>
            <a:endParaRPr sz="1800" dirty="0"/>
          </a:p>
        </p:txBody>
      </p:sp>
      <p:sp>
        <p:nvSpPr>
          <p:cNvPr id="8" name="Google Shape;405;p70">
            <a:extLst>
              <a:ext uri="{FF2B5EF4-FFF2-40B4-BE49-F238E27FC236}">
                <a16:creationId xmlns:a16="http://schemas.microsoft.com/office/drawing/2014/main" id="{FB1604D1-56F6-BA41-141E-BD7BEB50B9F0}"/>
              </a:ext>
            </a:extLst>
          </p:cNvPr>
          <p:cNvSpPr txBox="1"/>
          <p:nvPr/>
        </p:nvSpPr>
        <p:spPr>
          <a:xfrm>
            <a:off x="5151527" y="3010890"/>
            <a:ext cx="1033500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Intent</a:t>
            </a:r>
            <a:endParaRPr sz="1800" dirty="0"/>
          </a:p>
        </p:txBody>
      </p:sp>
      <p:sp>
        <p:nvSpPr>
          <p:cNvPr id="10" name="Google Shape;407;p70">
            <a:extLst>
              <a:ext uri="{FF2B5EF4-FFF2-40B4-BE49-F238E27FC236}">
                <a16:creationId xmlns:a16="http://schemas.microsoft.com/office/drawing/2014/main" id="{78C412F5-0FD3-E015-ABC5-0651CB1FD331}"/>
              </a:ext>
            </a:extLst>
          </p:cNvPr>
          <p:cNvSpPr txBox="1"/>
          <p:nvPr/>
        </p:nvSpPr>
        <p:spPr>
          <a:xfrm>
            <a:off x="7871879" y="3010890"/>
            <a:ext cx="874929" cy="3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Action</a:t>
            </a:r>
            <a:endParaRPr sz="1800" dirty="0"/>
          </a:p>
        </p:txBody>
      </p:sp>
      <p:sp>
        <p:nvSpPr>
          <p:cNvPr id="11" name="Google Shape;408;p70">
            <a:extLst>
              <a:ext uri="{FF2B5EF4-FFF2-40B4-BE49-F238E27FC236}">
                <a16:creationId xmlns:a16="http://schemas.microsoft.com/office/drawing/2014/main" id="{4DEBD3E4-FA99-7583-6CF8-8FDF9B96B842}"/>
              </a:ext>
            </a:extLst>
          </p:cNvPr>
          <p:cNvSpPr/>
          <p:nvPr/>
        </p:nvSpPr>
        <p:spPr>
          <a:xfrm>
            <a:off x="6531609" y="3507274"/>
            <a:ext cx="1014900" cy="5328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Android System</a:t>
            </a:r>
            <a:endParaRPr sz="18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2A71304C-9EFE-5C77-A547-6BF9805A0A5A}"/>
              </a:ext>
            </a:extLst>
          </p:cNvPr>
          <p:cNvCxnSpPr>
            <a:stCxn id="6" idx="2"/>
            <a:endCxn id="11" idx="1"/>
          </p:cNvCxnSpPr>
          <p:nvPr/>
        </p:nvCxnSpPr>
        <p:spPr>
          <a:xfrm rot="16200000" flipH="1">
            <a:off x="5490287" y="2732351"/>
            <a:ext cx="1301631" cy="78101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E53690F-D410-92FE-EE64-E53AB5D07DEB}"/>
              </a:ext>
            </a:extLst>
          </p:cNvPr>
          <p:cNvCxnSpPr>
            <a:cxnSpLocks/>
            <a:stCxn id="11" idx="3"/>
            <a:endCxn id="5" idx="2"/>
          </p:cNvCxnSpPr>
          <p:nvPr/>
        </p:nvCxnSpPr>
        <p:spPr>
          <a:xfrm flipV="1">
            <a:off x="7546509" y="2472047"/>
            <a:ext cx="437400" cy="130162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2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AD96-5D3B-66E8-4636-7124A012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224C9-BA97-B5DF-9252-F56FB54501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6299B7-57DC-6F3A-CBA4-7F83B4ED3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Types of Intents</a:t>
            </a:r>
          </a:p>
        </p:txBody>
      </p:sp>
      <p:sp>
        <p:nvSpPr>
          <p:cNvPr id="4" name="Google Shape;415;p71">
            <a:extLst>
              <a:ext uri="{FF2B5EF4-FFF2-40B4-BE49-F238E27FC236}">
                <a16:creationId xmlns:a16="http://schemas.microsoft.com/office/drawing/2014/main" id="{A0E30937-8319-2A60-045A-F495558A5E59}"/>
              </a:ext>
            </a:extLst>
          </p:cNvPr>
          <p:cNvSpPr txBox="1">
            <a:spLocks/>
          </p:cNvSpPr>
          <p:nvPr/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spcBef>
                <a:spcPts val="1000"/>
              </a:spcBef>
              <a:buSzPts val="2400"/>
              <a:buFont typeface="Arial"/>
              <a:buChar char="●"/>
            </a:pPr>
            <a:endParaRPr lang="en-US" sz="21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8DCC2-A705-345C-4D61-DC92EE8DAADD}"/>
              </a:ext>
            </a:extLst>
          </p:cNvPr>
          <p:cNvSpPr txBox="1"/>
          <p:nvPr/>
        </p:nvSpPr>
        <p:spPr>
          <a:xfrm>
            <a:off x="311699" y="1163778"/>
            <a:ext cx="859025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Explicit Intent</a:t>
            </a:r>
            <a:endParaRPr lang="en-PH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know exactly what component you want to start (like another activity in your app).</a:t>
            </a:r>
          </a:p>
          <a:p>
            <a:endParaRPr lang="en-US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PH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Implicit Intent</a:t>
            </a:r>
          </a:p>
          <a:p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Asks the Android system to find an 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onsolas"/>
              </a:rPr>
              <a:t>Activity</a:t>
            </a:r>
            <a:r>
              <a:rPr lang="en-US" sz="2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that can handle this request.</a:t>
            </a:r>
          </a:p>
        </p:txBody>
      </p:sp>
    </p:spTree>
    <p:extLst>
      <p:ext uri="{BB962C8B-B14F-4D97-AF65-F5344CB8AC3E}">
        <p14:creationId xmlns:p14="http://schemas.microsoft.com/office/powerpoint/2010/main" val="382358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941CC-D98C-007B-3847-070FEF9B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68DE3E-265C-6D2F-D46D-947C01E71D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solidFill>
                  <a:schemeClr val="tx1"/>
                </a:solidFill>
              </a:rPr>
              <a:t>6</a:t>
            </a:fld>
            <a:endParaRPr lang="en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2D895F-82FE-7E76-CB6B-0E028010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>
                <a:solidFill>
                  <a:schemeClr val="bg1"/>
                </a:solidFill>
              </a:rPr>
              <a:t>Starting Activities with Explicit Intent</a:t>
            </a:r>
          </a:p>
        </p:txBody>
      </p:sp>
      <p:sp>
        <p:nvSpPr>
          <p:cNvPr id="4" name="Google Shape;415;p71">
            <a:extLst>
              <a:ext uri="{FF2B5EF4-FFF2-40B4-BE49-F238E27FC236}">
                <a16:creationId xmlns:a16="http://schemas.microsoft.com/office/drawing/2014/main" id="{9557B047-C123-5EE9-BCAC-21C4C260876B}"/>
              </a:ext>
            </a:extLst>
          </p:cNvPr>
          <p:cNvSpPr txBox="1">
            <a:spLocks/>
          </p:cNvSpPr>
          <p:nvPr/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381000">
              <a:spcBef>
                <a:spcPts val="1000"/>
              </a:spcBef>
              <a:buSzPts val="2400"/>
              <a:buFont typeface="Arial"/>
              <a:buChar char="●"/>
            </a:pPr>
            <a:endParaRPr lang="en-US" sz="21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E6293-2238-BBB5-CD4D-80B8844122CC}"/>
              </a:ext>
            </a:extLst>
          </p:cNvPr>
          <p:cNvSpPr txBox="1"/>
          <p:nvPr/>
        </p:nvSpPr>
        <p:spPr>
          <a:xfrm>
            <a:off x="-3526714" y="4063276"/>
            <a:ext cx="85902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Start Another Activity</a:t>
            </a:r>
            <a:endParaRPr lang="en-US" sz="26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A4B2EB9-379B-D8F3-0311-1934A5435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540" y="1893742"/>
            <a:ext cx="8575759" cy="178510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intent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Intent(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SecondActivity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.java)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startActivity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(intent)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94FD3-49B2-CFE7-DBE7-55ADD11D51AA}"/>
              </a:ext>
            </a:extLst>
          </p:cNvPr>
          <p:cNvSpPr/>
          <p:nvPr/>
        </p:nvSpPr>
        <p:spPr>
          <a:xfrm>
            <a:off x="321228" y="2283400"/>
            <a:ext cx="5729207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242D9-A726-761D-E1FC-DB1D2C5B8C13}"/>
              </a:ext>
            </a:extLst>
          </p:cNvPr>
          <p:cNvSpPr txBox="1"/>
          <p:nvPr/>
        </p:nvSpPr>
        <p:spPr>
          <a:xfrm>
            <a:off x="6669384" y="2331439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1. Create an Intent object</a:t>
            </a: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2318B050-9646-A360-88C6-6EB573DE46AD}"/>
              </a:ext>
            </a:extLst>
          </p:cNvPr>
          <p:cNvSpPr/>
          <p:nvPr/>
        </p:nvSpPr>
        <p:spPr>
          <a:xfrm rot="16200000">
            <a:off x="6222646" y="2214389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C03659-9079-4687-F5D8-390EF45B465C}"/>
              </a:ext>
            </a:extLst>
          </p:cNvPr>
          <p:cNvSpPr txBox="1"/>
          <p:nvPr/>
        </p:nvSpPr>
        <p:spPr>
          <a:xfrm>
            <a:off x="3384596" y="2975248"/>
            <a:ext cx="3258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2. Use the Intent to start a new activity </a:t>
            </a:r>
            <a:endParaRPr lang="en-PH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985DD85F-614D-6C47-9ACB-B4FF6EF1E9F9}"/>
              </a:ext>
            </a:extLst>
          </p:cNvPr>
          <p:cNvSpPr/>
          <p:nvPr/>
        </p:nvSpPr>
        <p:spPr>
          <a:xfrm rot="16200000">
            <a:off x="2856820" y="2853212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FC10E9-BAF8-918F-03E9-A4493BE36645}"/>
              </a:ext>
            </a:extLst>
          </p:cNvPr>
          <p:cNvSpPr/>
          <p:nvPr/>
        </p:nvSpPr>
        <p:spPr>
          <a:xfrm>
            <a:off x="321228" y="2932473"/>
            <a:ext cx="2367816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DBD196-ECA6-CD54-F10B-DE1CC48FF651}"/>
              </a:ext>
            </a:extLst>
          </p:cNvPr>
          <p:cNvSpPr txBox="1"/>
          <p:nvPr/>
        </p:nvSpPr>
        <p:spPr>
          <a:xfrm>
            <a:off x="256540" y="1293868"/>
            <a:ext cx="676122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lang="en-US" sz="2200" dirty="0"/>
              <a:t>To start a specific </a:t>
            </a:r>
            <a:r>
              <a:rPr lang="en-US" sz="22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-US" sz="2200" dirty="0"/>
              <a:t>, use an explicit </a:t>
            </a:r>
            <a:r>
              <a:rPr lang="en-US" sz="2200" dirty="0">
                <a:latin typeface="Consolas"/>
                <a:ea typeface="Consolas"/>
                <a:cs typeface="Consolas"/>
                <a:sym typeface="Consolas"/>
              </a:rPr>
              <a:t>Intent</a:t>
            </a:r>
          </a:p>
        </p:txBody>
      </p:sp>
    </p:spTree>
    <p:extLst>
      <p:ext uri="{BB962C8B-B14F-4D97-AF65-F5344CB8AC3E}">
        <p14:creationId xmlns:p14="http://schemas.microsoft.com/office/powerpoint/2010/main" val="250891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  <p:bldP spid="14" grpId="0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A1AFA-87DA-E357-2361-D0217267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ECDE56-09C3-64E0-272E-D7BFFFD36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808A1B-B32D-389B-DA76-2F3F398B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Example of Implicit Intent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827D7A-702F-8397-6035-5A486481C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699" y="2076134"/>
            <a:ext cx="8520601" cy="246221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intent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Intent(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ACTION_VIEW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data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Uri.parse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"https://www.google.com"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startActivity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(intent)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16E7C6-93A0-F0E7-7714-A7ECBBB3DAB3}"/>
              </a:ext>
            </a:extLst>
          </p:cNvPr>
          <p:cNvSpPr txBox="1"/>
          <p:nvPr/>
        </p:nvSpPr>
        <p:spPr>
          <a:xfrm>
            <a:off x="311699" y="1249976"/>
            <a:ext cx="8520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dirty="0"/>
              <a:t>To ask Android to find an </a:t>
            </a:r>
            <a:r>
              <a:rPr lang="en-US" sz="2200" dirty="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-US" sz="2200" dirty="0"/>
              <a:t> to handle your request, use an implicit </a:t>
            </a:r>
            <a:r>
              <a:rPr lang="en-US" sz="2200" dirty="0">
                <a:latin typeface="Consolas"/>
                <a:ea typeface="Consolas"/>
                <a:cs typeface="Consolas"/>
                <a:sym typeface="Consolas"/>
              </a:rPr>
              <a:t>Intent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5BF2A-B4F4-43C4-DEBD-F56AC6C06B75}"/>
              </a:ext>
            </a:extLst>
          </p:cNvPr>
          <p:cNvSpPr txBox="1"/>
          <p:nvPr/>
        </p:nvSpPr>
        <p:spPr>
          <a:xfrm>
            <a:off x="5893485" y="2519335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1. Create an Intent object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3D77EFBB-302B-5F62-02FF-2F9591547252}"/>
              </a:ext>
            </a:extLst>
          </p:cNvPr>
          <p:cNvSpPr/>
          <p:nvPr/>
        </p:nvSpPr>
        <p:spPr>
          <a:xfrm rot="16200000">
            <a:off x="5333776" y="2350061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543D9-8330-5788-CACB-C2889AD3A723}"/>
              </a:ext>
            </a:extLst>
          </p:cNvPr>
          <p:cNvSpPr txBox="1"/>
          <p:nvPr/>
        </p:nvSpPr>
        <p:spPr>
          <a:xfrm>
            <a:off x="3587285" y="3845411"/>
            <a:ext cx="32588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2. Use the Intent to start a new activity </a:t>
            </a:r>
            <a:endParaRPr lang="en-PH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3184D31F-2B81-3326-4A42-DC34ACB7A0B3}"/>
              </a:ext>
            </a:extLst>
          </p:cNvPr>
          <p:cNvSpPr/>
          <p:nvPr/>
        </p:nvSpPr>
        <p:spPr>
          <a:xfrm rot="16200000">
            <a:off x="2965309" y="3702250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D4366F-1E1A-26DC-9583-CF31C72349A6}"/>
              </a:ext>
            </a:extLst>
          </p:cNvPr>
          <p:cNvSpPr/>
          <p:nvPr/>
        </p:nvSpPr>
        <p:spPr>
          <a:xfrm>
            <a:off x="371960" y="2444283"/>
            <a:ext cx="4692831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010C5-104E-3974-B9E6-B6FF28390AD7}"/>
              </a:ext>
            </a:extLst>
          </p:cNvPr>
          <p:cNvSpPr/>
          <p:nvPr/>
        </p:nvSpPr>
        <p:spPr>
          <a:xfrm>
            <a:off x="371960" y="3781511"/>
            <a:ext cx="2331374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79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E93C1-7AC1-1442-42E4-730BB17C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DEF384-521C-AEBB-3BF8-6BADC5561F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4F3C5A-D82C-B08C-81E6-01D2C666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Other examples of Implicit Intent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390C8D-3A64-D9AE-72DD-BAF8EE2F6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05" y="2086006"/>
            <a:ext cx="8627389" cy="178510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dirty="0">
              <a:solidFill>
                <a:srgbClr val="CF8E6D"/>
              </a:solidFill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intent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Intent(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ACTION_GET_CONTENT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intent.type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"image/*"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startActivity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(intent)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dirty="0">
              <a:solidFill>
                <a:srgbClr val="BCBEC4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8E577-C493-CCBB-728D-5E0244FEAE00}"/>
              </a:ext>
            </a:extLst>
          </p:cNvPr>
          <p:cNvSpPr txBox="1"/>
          <p:nvPr/>
        </p:nvSpPr>
        <p:spPr>
          <a:xfrm>
            <a:off x="311699" y="1163778"/>
            <a:ext cx="85902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Picking an Image</a:t>
            </a:r>
            <a:endParaRPr lang="en-US" sz="2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177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1EC1-C032-2DA0-9584-BF0FDAFF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CA5D5B-1F1F-3677-62A3-218850F6FD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5E44CB-6657-DD07-7969-8A8625FAC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Other examples of Implicit Intent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404D7A-BABF-1F68-0BBD-74F7C85E7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00" y="1828212"/>
            <a:ext cx="8521200" cy="280076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sendIntent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Intent().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57AAF7"/>
                </a:solidFill>
                <a:effectLst/>
                <a:latin typeface="JetBrains Mono"/>
              </a:rPr>
              <a:t>apply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{</a:t>
            </a:r>
            <a:b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action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ACTION_SEND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type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"text/plain"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shareIntent</a:t>
            </a:r>
            <a:r>
              <a:rPr kumimoji="0" lang="en-US" altLang="en-US" sz="22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Intent.createChooser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2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sendIntent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"Share via"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startActivity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shareIntent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200" dirty="0">
              <a:solidFill>
                <a:srgbClr val="BCBEC4"/>
              </a:solidFill>
              <a:latin typeface="JetBrains Mono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DAFAE5-F063-13CE-798B-C58E842A4DDB}"/>
              </a:ext>
            </a:extLst>
          </p:cNvPr>
          <p:cNvSpPr txBox="1"/>
          <p:nvPr/>
        </p:nvSpPr>
        <p:spPr>
          <a:xfrm>
            <a:off x="311699" y="1163778"/>
            <a:ext cx="859025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3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Sharing an Image</a:t>
            </a:r>
            <a:endParaRPr lang="en-US" sz="26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43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CE40-6AE4-C08B-7238-36D680460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2785B-85D3-E6EC-53A6-9CF2DF55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Sending and Receiving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208D7B-B10D-01C6-3B89-BDB895E468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1635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43A6C-45EB-9CBB-F1E5-2600105AC9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83E234-36D6-7A1C-0A2A-A9288674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Google Shape;494;p80">
            <a:extLst>
              <a:ext uri="{FF2B5EF4-FFF2-40B4-BE49-F238E27FC236}">
                <a16:creationId xmlns:a16="http://schemas.microsoft.com/office/drawing/2014/main" id="{78A97649-F9B6-39C4-004E-50FDF91FAA82}"/>
              </a:ext>
            </a:extLst>
          </p:cNvPr>
          <p:cNvSpPr txBox="1">
            <a:spLocks/>
          </p:cNvSpPr>
          <p:nvPr/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500"/>
              </a:spcBef>
              <a:buClr>
                <a:schemeClr val="dk1"/>
              </a:buClr>
              <a:buSzPts val="1100"/>
            </a:pPr>
            <a:r>
              <a:rPr lang="en-US" dirty="0"/>
              <a:t>In the first (sending) </a:t>
            </a:r>
            <a:r>
              <a:rPr lang="en-US" dirty="0">
                <a:sym typeface="Consolas"/>
              </a:rPr>
              <a:t>Activity</a:t>
            </a:r>
            <a:r>
              <a:rPr lang="en-US" dirty="0"/>
              <a:t>:</a:t>
            </a:r>
          </a:p>
          <a:p>
            <a:pPr marL="762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dirty="0"/>
              <a:t>Create the </a:t>
            </a:r>
            <a:r>
              <a:rPr lang="en-US" dirty="0">
                <a:sym typeface="Consolas"/>
              </a:rPr>
              <a:t>Intent</a:t>
            </a:r>
            <a:r>
              <a:rPr lang="en-US" dirty="0"/>
              <a:t> object</a:t>
            </a:r>
          </a:p>
          <a:p>
            <a:pPr marL="76200">
              <a:buClr>
                <a:schemeClr val="dk1"/>
              </a:buClr>
              <a:buSzPts val="2400"/>
            </a:pPr>
            <a:r>
              <a:rPr lang="en-US" dirty="0"/>
              <a:t>Put data or extras into that </a:t>
            </a:r>
            <a:r>
              <a:rPr lang="en-US" dirty="0">
                <a:sym typeface="Consolas"/>
              </a:rPr>
              <a:t>Intent</a:t>
            </a:r>
          </a:p>
          <a:p>
            <a:pPr marL="76200">
              <a:buClr>
                <a:schemeClr val="dk1"/>
              </a:buClr>
              <a:buSzPts val="2400"/>
            </a:pPr>
            <a:r>
              <a:rPr lang="en-US" dirty="0"/>
              <a:t>Start the new </a:t>
            </a:r>
            <a:r>
              <a:rPr lang="en-US" dirty="0">
                <a:sym typeface="Consolas"/>
              </a:rPr>
              <a:t>Activity</a:t>
            </a:r>
            <a:r>
              <a:rPr lang="en-US" dirty="0"/>
              <a:t> with </a:t>
            </a:r>
            <a:r>
              <a:rPr lang="en-US" dirty="0" err="1">
                <a:sym typeface="Consolas"/>
              </a:rPr>
              <a:t>startActivity</a:t>
            </a:r>
            <a:r>
              <a:rPr lang="en-US" dirty="0">
                <a:sym typeface="Consolas"/>
              </a:rPr>
              <a:t>()</a:t>
            </a:r>
          </a:p>
          <a:p>
            <a:pPr>
              <a:spcBef>
                <a:spcPts val="1500"/>
              </a:spcBef>
              <a:buClr>
                <a:schemeClr val="dk1"/>
              </a:buClr>
              <a:buSzPts val="1100"/>
            </a:pPr>
            <a:r>
              <a:rPr lang="en-US" dirty="0"/>
              <a:t>In the second (receiving) </a:t>
            </a:r>
            <a:r>
              <a:rPr lang="en-US" dirty="0">
                <a:sym typeface="Consolas"/>
              </a:rPr>
              <a:t>Activity</a:t>
            </a:r>
            <a:r>
              <a:rPr lang="en-US" dirty="0"/>
              <a:t>: </a:t>
            </a:r>
          </a:p>
          <a:p>
            <a:pPr marL="76200">
              <a:spcBef>
                <a:spcPts val="500"/>
              </a:spcBef>
              <a:buClr>
                <a:schemeClr val="dk1"/>
              </a:buClr>
              <a:buSzPts val="2400"/>
            </a:pPr>
            <a:r>
              <a:rPr lang="en-US" dirty="0"/>
              <a:t>Get the </a:t>
            </a:r>
            <a:r>
              <a:rPr lang="en-US" dirty="0">
                <a:sym typeface="Consolas"/>
              </a:rPr>
              <a:t>Intent</a:t>
            </a:r>
            <a:r>
              <a:rPr lang="en-US" dirty="0"/>
              <a:t> object, the </a:t>
            </a:r>
            <a:r>
              <a:rPr lang="en-US" dirty="0">
                <a:sym typeface="Consolas"/>
              </a:rPr>
              <a:t>Activity</a:t>
            </a:r>
            <a:r>
              <a:rPr lang="en-US" dirty="0"/>
              <a:t> was started with</a:t>
            </a:r>
          </a:p>
          <a:p>
            <a:pPr marL="76200">
              <a:buClr>
                <a:schemeClr val="dk1"/>
              </a:buClr>
              <a:buSzPts val="2400"/>
            </a:pPr>
            <a:r>
              <a:rPr lang="en-US" dirty="0"/>
              <a:t>Retrieve the data or extras from the </a:t>
            </a:r>
            <a:r>
              <a:rPr lang="en-US" dirty="0">
                <a:sym typeface="Consolas"/>
              </a:rPr>
              <a:t>Intent</a:t>
            </a:r>
            <a:r>
              <a:rPr lang="en-US" dirty="0"/>
              <a:t> object</a:t>
            </a:r>
          </a:p>
          <a:p>
            <a:pPr>
              <a:spcBef>
                <a:spcPts val="10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6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E6473-C15B-E41B-1892-BEB682970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E67282-2A26-0430-ECDF-E8F80D37F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Send Data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2753864-3DD5-4CD0-1D69-4C1D5806A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2201545"/>
            <a:ext cx="8520599" cy="2308324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intent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Intent(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this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NewActivity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class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.java)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name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"Elizer“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intent.putExtra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uname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name)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startActivity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(intent)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7F2E72-34E4-AB00-77AB-04F92FD046CC}"/>
              </a:ext>
            </a:extLst>
          </p:cNvPr>
          <p:cNvSpPr txBox="1"/>
          <p:nvPr/>
        </p:nvSpPr>
        <p:spPr>
          <a:xfrm>
            <a:off x="5888320" y="2323025"/>
            <a:ext cx="21932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1. Create an Intent object</a:t>
            </a: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99400F9E-EA1D-E351-6B74-962C6B7D8EC2}"/>
              </a:ext>
            </a:extLst>
          </p:cNvPr>
          <p:cNvSpPr/>
          <p:nvPr/>
        </p:nvSpPr>
        <p:spPr>
          <a:xfrm rot="16200000">
            <a:off x="5328611" y="2153751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19CF72-11EB-1794-9A4A-5C3901AA7B02}"/>
              </a:ext>
            </a:extLst>
          </p:cNvPr>
          <p:cNvSpPr/>
          <p:nvPr/>
        </p:nvSpPr>
        <p:spPr>
          <a:xfrm>
            <a:off x="366795" y="2247973"/>
            <a:ext cx="4692831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3D58D-E12A-5BFF-7D42-D30DFCDE8DF0}"/>
              </a:ext>
            </a:extLst>
          </p:cNvPr>
          <p:cNvSpPr txBox="1"/>
          <p:nvPr/>
        </p:nvSpPr>
        <p:spPr>
          <a:xfrm>
            <a:off x="5888320" y="3370416"/>
            <a:ext cx="2472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2. Put the data into the intent</a:t>
            </a:r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F42A0AD8-3B9B-4B05-5298-06443DC7D2BB}"/>
              </a:ext>
            </a:extLst>
          </p:cNvPr>
          <p:cNvSpPr/>
          <p:nvPr/>
        </p:nvSpPr>
        <p:spPr>
          <a:xfrm rot="16200000">
            <a:off x="5328611" y="3201142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56A2D-482E-17A3-4950-8F286A77DBD7}"/>
              </a:ext>
            </a:extLst>
          </p:cNvPr>
          <p:cNvSpPr/>
          <p:nvPr/>
        </p:nvSpPr>
        <p:spPr>
          <a:xfrm>
            <a:off x="366795" y="3295364"/>
            <a:ext cx="4692831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7D47F8-33E2-09B6-683B-665797A9B5DE}"/>
              </a:ext>
            </a:extLst>
          </p:cNvPr>
          <p:cNvSpPr txBox="1"/>
          <p:nvPr/>
        </p:nvSpPr>
        <p:spPr>
          <a:xfrm>
            <a:off x="5888320" y="3929475"/>
            <a:ext cx="2712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3. Start a new activity using the </a:t>
            </a:r>
          </a:p>
          <a:p>
            <a:r>
              <a:rPr lang="en-PH" dirty="0">
                <a:solidFill>
                  <a:schemeClr val="bg1"/>
                </a:solidFill>
              </a:rPr>
              <a:t>intent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BB96F693-9858-5A39-2A86-F8EBF54A3837}"/>
              </a:ext>
            </a:extLst>
          </p:cNvPr>
          <p:cNvSpPr/>
          <p:nvPr/>
        </p:nvSpPr>
        <p:spPr>
          <a:xfrm rot="16200000">
            <a:off x="5328611" y="3760201"/>
            <a:ext cx="360000" cy="594102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DF950-0045-1515-CD1E-71C0069DF1A8}"/>
              </a:ext>
            </a:extLst>
          </p:cNvPr>
          <p:cNvSpPr/>
          <p:nvPr/>
        </p:nvSpPr>
        <p:spPr>
          <a:xfrm>
            <a:off x="366795" y="3854423"/>
            <a:ext cx="4692831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11BB17-F223-55F6-4088-ACC0D45A406F}"/>
              </a:ext>
            </a:extLst>
          </p:cNvPr>
          <p:cNvSpPr txBox="1"/>
          <p:nvPr/>
        </p:nvSpPr>
        <p:spPr>
          <a:xfrm>
            <a:off x="311699" y="1249976"/>
            <a:ext cx="852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dirty="0"/>
              <a:t>In the first (sending) activity,</a:t>
            </a:r>
            <a:endParaRPr lang="en-US" sz="22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5473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0618-D73F-9775-775A-416671F6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315D6E-3509-D9DB-E489-E19FCD1A0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BD4BDD-C22B-10CB-1B34-3C5983FD7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Receive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024923-AFDE-6B37-4659-37CF69C10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29" y="2437810"/>
            <a:ext cx="8765140" cy="923330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val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name =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C77DBB"/>
                </a:solidFill>
                <a:effectLst/>
                <a:latin typeface="JetBrains Mono"/>
              </a:rPr>
              <a:t>intent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.getStringExtra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uname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168F5-413E-BCEA-9715-6A6A45FAA16E}"/>
              </a:ext>
            </a:extLst>
          </p:cNvPr>
          <p:cNvSpPr txBox="1"/>
          <p:nvPr/>
        </p:nvSpPr>
        <p:spPr>
          <a:xfrm>
            <a:off x="311699" y="1249976"/>
            <a:ext cx="8520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200" dirty="0"/>
              <a:t>In the second (receiving) activity,</a:t>
            </a:r>
            <a:endParaRPr lang="en-US" sz="22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09454-0341-9FA2-52E0-7EF4B2477B60}"/>
              </a:ext>
            </a:extLst>
          </p:cNvPr>
          <p:cNvSpPr txBox="1"/>
          <p:nvPr/>
        </p:nvSpPr>
        <p:spPr>
          <a:xfrm>
            <a:off x="5147851" y="2776822"/>
            <a:ext cx="2656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>
                <a:solidFill>
                  <a:schemeClr val="bg1"/>
                </a:solidFill>
              </a:rPr>
              <a:t>1. Retrieve the data or extras from the Intent object</a:t>
            </a:r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7A82BED6-F0EE-79E9-DF6F-0D9D4C5CE474}"/>
              </a:ext>
            </a:extLst>
          </p:cNvPr>
          <p:cNvSpPr/>
          <p:nvPr/>
        </p:nvSpPr>
        <p:spPr>
          <a:xfrm rot="16200000">
            <a:off x="4628945" y="2668778"/>
            <a:ext cx="360000" cy="523867"/>
          </a:xfrm>
          <a:prstGeom prst="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40BFFA-92D6-78B7-10E2-746681BDC96E}"/>
              </a:ext>
            </a:extLst>
          </p:cNvPr>
          <p:cNvSpPr/>
          <p:nvPr/>
        </p:nvSpPr>
        <p:spPr>
          <a:xfrm>
            <a:off x="241093" y="2712922"/>
            <a:ext cx="4138046" cy="3977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67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9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661" name="Google Shape;661;p9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9D2C64-633B-43FC-BB88-A88B446FB994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customXml/itemProps2.xml><?xml version="1.0" encoding="utf-8"?>
<ds:datastoreItem xmlns:ds="http://schemas.openxmlformats.org/officeDocument/2006/customXml" ds:itemID="{66806924-3F66-495A-A8C7-976E929A03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86C682-4AFF-4BAF-89CB-3E384EAB8F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468</Words>
  <Application>Microsoft Office PowerPoint</Application>
  <PresentationFormat>On-screen Show (16:9)</PresentationFormat>
  <Paragraphs>84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JetBrains Mono</vt:lpstr>
      <vt:lpstr>Consolas</vt:lpstr>
      <vt:lpstr>Roboto</vt:lpstr>
      <vt:lpstr>Arial</vt:lpstr>
      <vt:lpstr>GDT master</vt:lpstr>
      <vt:lpstr>GDT master</vt:lpstr>
      <vt:lpstr>Intent</vt:lpstr>
      <vt:lpstr>Contents</vt:lpstr>
      <vt:lpstr>What is an Intent?</vt:lpstr>
      <vt:lpstr>Intent</vt:lpstr>
      <vt:lpstr>Types of Intents</vt:lpstr>
      <vt:lpstr>Starting Activities with Explicit Intent</vt:lpstr>
      <vt:lpstr>Example of Implicit Intent</vt:lpstr>
      <vt:lpstr>Other examples of Implicit Intent</vt:lpstr>
      <vt:lpstr>Other examples of Implicit Intent</vt:lpstr>
      <vt:lpstr>Sending and Receiving Data</vt:lpstr>
      <vt:lpstr>PowerPoint Presentation</vt:lpstr>
      <vt:lpstr>Send Data</vt:lpstr>
      <vt:lpstr>Receive Data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 and Intents</dc:title>
  <cp:lastModifiedBy>SLY Ponio</cp:lastModifiedBy>
  <cp:revision>13</cp:revision>
  <dcterms:modified xsi:type="dcterms:W3CDTF">2025-04-21T13:56:05Z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  <property fmtid="{D5CDD505-2E9C-101B-9397-08002B2CF9AE}" pid="3" name="MediaServiceImageTags">
    <vt:lpwstr/>
  </property>
</Properties>
</file>