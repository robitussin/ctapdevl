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4"/>
    <p:sldMasterId id="2147483698" r:id="rId5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2" r:id="rId11"/>
    <p:sldId id="309" r:id="rId12"/>
    <p:sldId id="307" r:id="rId13"/>
    <p:sldId id="303" r:id="rId14"/>
    <p:sldId id="304" r:id="rId15"/>
    <p:sldId id="306" r:id="rId16"/>
    <p:sldId id="305" r:id="rId17"/>
    <p:sldId id="302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1EE33-573B-423D-8153-F3878124C588}" v="6" dt="2024-01-17T14:34:48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26"/>
  </p:normalViewPr>
  <p:slideViewPr>
    <p:cSldViewPr snapToGrid="0">
      <p:cViewPr varScale="1">
        <p:scale>
          <a:sx n="161" d="100"/>
          <a:sy n="161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na Lyn P. Lopez" userId="S::dplopez@national-u.edu.ph::d2ebdca6-9425-4510-aae9-6a5b56663cb9" providerId="AD" clId="Web-{3D71EE33-573B-423D-8153-F3878124C588}"/>
    <pc:docChg chg="modSld">
      <pc:chgData name="Donna Lyn P. Lopez" userId="S::dplopez@national-u.edu.ph::d2ebdca6-9425-4510-aae9-6a5b56663cb9" providerId="AD" clId="Web-{3D71EE33-573B-423D-8153-F3878124C588}" dt="2024-01-17T14:34:48.469" v="5"/>
      <pc:docMkLst>
        <pc:docMk/>
      </pc:docMkLst>
      <pc:sldChg chg="delSp">
        <pc:chgData name="Donna Lyn P. Lopez" userId="S::dplopez@national-u.edu.ph::d2ebdca6-9425-4510-aae9-6a5b56663cb9" providerId="AD" clId="Web-{3D71EE33-573B-423D-8153-F3878124C588}" dt="2024-01-17T13:44:41.192" v="0"/>
        <pc:sldMkLst>
          <pc:docMk/>
          <pc:sldMk cId="0" sldId="262"/>
        </pc:sldMkLst>
        <pc:spChg chg="del">
          <ac:chgData name="Donna Lyn P. Lopez" userId="S::dplopez@national-u.edu.ph::d2ebdca6-9425-4510-aae9-6a5b56663cb9" providerId="AD" clId="Web-{3D71EE33-573B-423D-8153-F3878124C588}" dt="2024-01-17T13:44:41.192" v="0"/>
          <ac:spMkLst>
            <pc:docMk/>
            <pc:sldMk cId="0" sldId="262"/>
            <ac:spMk id="320" creationId="{00000000-0000-0000-0000-000000000000}"/>
          </ac:spMkLst>
        </pc:spChg>
      </pc:sldChg>
      <pc:sldChg chg="modSp">
        <pc:chgData name="Donna Lyn P. Lopez" userId="S::dplopez@national-u.edu.ph::d2ebdca6-9425-4510-aae9-6a5b56663cb9" providerId="AD" clId="Web-{3D71EE33-573B-423D-8153-F3878124C588}" dt="2024-01-17T14:07:20.333" v="3" actId="20577"/>
        <pc:sldMkLst>
          <pc:docMk/>
          <pc:sldMk cId="0" sldId="274"/>
        </pc:sldMkLst>
        <pc:spChg chg="mod">
          <ac:chgData name="Donna Lyn P. Lopez" userId="S::dplopez@national-u.edu.ph::d2ebdca6-9425-4510-aae9-6a5b56663cb9" providerId="AD" clId="Web-{3D71EE33-573B-423D-8153-F3878124C588}" dt="2024-01-17T14:07:20.333" v="3" actId="20577"/>
          <ac:spMkLst>
            <pc:docMk/>
            <pc:sldMk cId="0" sldId="274"/>
            <ac:spMk id="415" creationId="{00000000-0000-0000-0000-000000000000}"/>
          </ac:spMkLst>
        </pc:spChg>
      </pc:sldChg>
      <pc:sldChg chg="delSp">
        <pc:chgData name="Donna Lyn P. Lopez" userId="S::dplopez@national-u.edu.ph::d2ebdca6-9425-4510-aae9-6a5b56663cb9" providerId="AD" clId="Web-{3D71EE33-573B-423D-8153-F3878124C588}" dt="2024-01-17T14:34:48.469" v="5"/>
        <pc:sldMkLst>
          <pc:docMk/>
          <pc:sldMk cId="0" sldId="302"/>
        </pc:sldMkLst>
        <pc:spChg chg="del">
          <ac:chgData name="Donna Lyn P. Lopez" userId="S::dplopez@national-u.edu.ph::d2ebdca6-9425-4510-aae9-6a5b56663cb9" providerId="AD" clId="Web-{3D71EE33-573B-423D-8153-F3878124C588}" dt="2024-01-17T14:34:48.469" v="5"/>
          <ac:spMkLst>
            <pc:docMk/>
            <pc:sldMk cId="0" sldId="302"/>
            <ac:spMk id="660" creationId="{00000000-0000-0000-0000-000000000000}"/>
          </ac:spMkLst>
        </pc:spChg>
        <pc:spChg chg="del">
          <ac:chgData name="Donna Lyn P. Lopez" userId="S::dplopez@national-u.edu.ph::d2ebdca6-9425-4510-aae9-6a5b56663cb9" providerId="AD" clId="Web-{3D71EE33-573B-423D-8153-F3878124C588}" dt="2024-01-17T14:34:45.797" v="4"/>
          <ac:spMkLst>
            <pc:docMk/>
            <pc:sldMk cId="0" sldId="302"/>
            <ac:spMk id="6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68369f89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68369f89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6e4ee7f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6e4ee7f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23af889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23af889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7047195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7047195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804ee73e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804ee73e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>
            <a:spLocks noGrp="1"/>
          </p:cNvSpPr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1" name="Google Shape;271;p53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2" name="Google Shape;272;p53"/>
          <p:cNvSpPr txBox="1">
            <a:spLocks noGrp="1"/>
          </p:cNvSpPr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 err="1"/>
              <a:t>RecyclerView</a:t>
            </a:r>
            <a:endParaRPr dirty="0"/>
          </a:p>
        </p:txBody>
      </p:sp>
      <p:sp>
        <p:nvSpPr>
          <p:cNvPr id="273" name="Google Shape;273;p53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5" name="Google Shape;275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Week 9</a:t>
            </a:r>
            <a:endParaRPr sz="2100" dirty="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2.1 </a:t>
            </a:r>
            <a:r>
              <a:rPr lang="en" dirty="0" err="1"/>
              <a:t>RecyclerView</a:t>
            </a:r>
            <a:endParaRPr dirty="0"/>
          </a:p>
        </p:txBody>
      </p:sp>
      <p:sp>
        <p:nvSpPr>
          <p:cNvPr id="281" name="Google Shape;281;p5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7" name="Google Shape;287;p5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8" name="Google Shape;288;p5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What is a </a:t>
            </a:r>
            <a:r>
              <a:rPr lang="en" dirty="0" err="1"/>
              <a:t>RecyclerView</a:t>
            </a:r>
            <a:r>
              <a:rPr lang="en" dirty="0"/>
              <a:t>?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Parts of a </a:t>
            </a:r>
            <a:r>
              <a:rPr lang="en" dirty="0" err="1"/>
              <a:t>RecyclerView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>
            <a:spLocks noGrp="1"/>
          </p:cNvSpPr>
          <p:nvPr>
            <p:ph type="title"/>
          </p:nvPr>
        </p:nvSpPr>
        <p:spPr>
          <a:xfrm>
            <a:off x="137575" y="837800"/>
            <a:ext cx="4286100" cy="23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is a </a:t>
            </a:r>
            <a:r>
              <a:rPr lang="en-GB" dirty="0" err="1"/>
              <a:t>RecyclerView</a:t>
            </a:r>
            <a:endParaRPr dirty="0"/>
          </a:p>
        </p:txBody>
      </p:sp>
      <p:sp>
        <p:nvSpPr>
          <p:cNvPr id="294" name="Google Shape;294;p5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</a:t>
            </a:r>
            <a:r>
              <a:rPr lang="en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RecyclerView</a:t>
            </a: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0" name="Google Shape;300;p5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01" name="Google Shape;301;p5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It is a UI component that allows the development to create a scrolling list. 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It is a </a:t>
            </a:r>
            <a:r>
              <a:rPr lang="en-PH" dirty="0" err="1"/>
              <a:t>ViewGroup</a:t>
            </a:r>
            <a:r>
              <a:rPr lang="en-PH" dirty="0"/>
              <a:t> used to render the data set with the help of adapter and </a:t>
            </a:r>
            <a:r>
              <a:rPr lang="en-PH" dirty="0" err="1"/>
              <a:t>viewholder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ListView</a:t>
            </a: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lang="en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RecyclerView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14" name="Google Shape;314;p5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47758D5B-C080-2029-B3D0-11A9C249DC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88"/>
          <a:stretch/>
        </p:blipFill>
        <p:spPr>
          <a:xfrm>
            <a:off x="2384500" y="1226882"/>
            <a:ext cx="4375000" cy="3456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3BEB67-FD05-B1F9-2E89-F812CC117C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7F6D6ABC-CC36-7B5F-6671-3CE2D8E64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550" y="256217"/>
            <a:ext cx="48789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8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F73F1B-4E89-6A81-69D2-F440D679EB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2B6371-4873-C8DE-5C69-C6AD1EDDE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</a:t>
            </a:r>
            <a:r>
              <a:rPr lang="en-US" dirty="0" err="1"/>
              <a:t>RecyclerView</a:t>
            </a:r>
            <a:endParaRPr lang="en-US" dirty="0"/>
          </a:p>
        </p:txBody>
      </p:sp>
      <p:pic>
        <p:nvPicPr>
          <p:cNvPr id="7" name="Picture 6" descr="A close-up of a computer&#10;&#10;AI-generated content may be incorrect.">
            <a:extLst>
              <a:ext uri="{FF2B5EF4-FFF2-40B4-BE49-F238E27FC236}">
                <a16:creationId xmlns:a16="http://schemas.microsoft.com/office/drawing/2014/main" id="{8EAA68E1-121D-F09B-E94E-DBE11ED3F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11" y="1719356"/>
            <a:ext cx="7940377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03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BEB8-7665-F74D-8A0E-31CE276D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RecyclerView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FBF3C-D675-3935-2E53-589436A27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The main container, like the whole list or grid.</a:t>
            </a:r>
          </a:p>
          <a:p>
            <a:pPr marL="76200" indent="0">
              <a:buNone/>
            </a:pPr>
            <a:r>
              <a:rPr lang="en-US" dirty="0"/>
              <a:t>It displays items using the Adapter and </a:t>
            </a:r>
            <a:r>
              <a:rPr lang="en-US" dirty="0" err="1"/>
              <a:t>LayoutManager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077EF-8C63-7DD2-CDBA-2DB653A90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242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63CE4-B59D-318D-3AD1-19E2FD0DB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C9AE-127F-0C2B-0492-03FB208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ViewHolder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2AC7B-D613-D7DD-8290-EDCC0ABE9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A wrapper around each item's view (like a row in the list).</a:t>
            </a:r>
          </a:p>
          <a:p>
            <a:pPr marL="76200" indent="0">
              <a:buNone/>
            </a:pPr>
            <a:r>
              <a:rPr lang="en-US" dirty="0"/>
              <a:t> It holds references to the views inside an item, like text or image views.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EEEED-20A5-9E15-44DB-B4706B307F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4984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E746-132D-06C7-7CEA-94A39EB6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B853-9155-0D81-D318-4F3D23825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077AD-35FC-E63C-DF3F-8FED357F6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dirty="0"/>
              <a:t>The bridge between your data and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RecyclerView</a:t>
            </a:r>
            <a:r>
              <a:rPr lang="en-US" dirty="0"/>
              <a:t>.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dirty="0"/>
              <a:t>It creates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ViewHolders</a:t>
            </a:r>
            <a:r>
              <a:rPr lang="en-US" dirty="0"/>
              <a:t>. 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dirty="0"/>
              <a:t>It binds data to them (e.g., puts the right text in 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TextView</a:t>
            </a:r>
            <a:r>
              <a:rPr lang="en-US" dirty="0"/>
              <a:t>).</a:t>
            </a:r>
          </a:p>
          <a:p>
            <a:pPr marL="419100" indent="-342900">
              <a:buFont typeface="Arial" panose="020B0604020202020204" pitchFamily="34" charset="0"/>
              <a:buChar char="•"/>
            </a:pPr>
            <a:r>
              <a:rPr lang="en-US" dirty="0"/>
              <a:t>This is where we write code to decide how each item should look and behave..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8FF39-14E1-0816-7A89-82359CE28F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010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7385-8F7E-EFAC-BE9C-9160616E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D816-78BE-D0D1-90DC-70589964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Manager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0C46D-1E32-D557-2166-F47F04394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Controls how the items are laid out.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Types of Layout Manager:</a:t>
            </a:r>
          </a:p>
          <a:p>
            <a:pPr marL="76200" indent="0">
              <a:buNone/>
            </a:pP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LinearLayoutManager</a:t>
            </a:r>
            <a:r>
              <a:rPr lang="en-US" sz="2100" dirty="0"/>
              <a:t>: shows items in a vertical or horizontal list.</a:t>
            </a:r>
          </a:p>
          <a:p>
            <a:pPr marL="76200" indent="0">
              <a:buNone/>
            </a:pP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GridLayoutManager</a:t>
            </a:r>
            <a:r>
              <a:rPr lang="en-US" sz="2100" dirty="0"/>
              <a:t>: shows items in a grid (like a photo gallery). </a:t>
            </a:r>
          </a:p>
          <a:p>
            <a:pPr marL="76200" indent="0">
              <a:buNone/>
            </a:pP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StaggeredGridLayoutManager</a:t>
            </a:r>
            <a:r>
              <a:rPr lang="en-US" sz="2100" dirty="0"/>
              <a:t>: like Pinterest-style uneven grids.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6FB91-6743-F5B8-A558-16B927541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5246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61" name="Google Shape;661;p9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86C682-4AFF-4BAF-89CB-3E384EAB8F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806924-3F66-495A-A8C7-976E929A03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80629-4d19-4bb9-9056-9a589cd4d271"/>
    <ds:schemaRef ds:uri="6de439ce-b7a3-4fe1-9235-7bacf5677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9D2C64-633B-43FC-BB88-A88B446FB994}">
  <ds:schemaRefs>
    <ds:schemaRef ds:uri="http://schemas.microsoft.com/office/2006/metadata/properties"/>
    <ds:schemaRef ds:uri="http://schemas.microsoft.com/office/infopath/2007/PartnerControls"/>
    <ds:schemaRef ds:uri="6de439ce-b7a3-4fe1-9235-7bacf5677901"/>
    <ds:schemaRef ds:uri="9a780629-4d19-4bb9-9056-9a589cd4d2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226</Words>
  <Application>Microsoft Macintosh PowerPoint</Application>
  <PresentationFormat>On-screen Show (16:9)</PresentationFormat>
  <Paragraphs>46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Consolas</vt:lpstr>
      <vt:lpstr>Roboto</vt:lpstr>
      <vt:lpstr>GDT master</vt:lpstr>
      <vt:lpstr>GDT master</vt:lpstr>
      <vt:lpstr>RecyclerView</vt:lpstr>
      <vt:lpstr>2.1 RecyclerView</vt:lpstr>
      <vt:lpstr>Contents</vt:lpstr>
      <vt:lpstr>What is a RecyclerView</vt:lpstr>
      <vt:lpstr>What is an RecyclerView?</vt:lpstr>
      <vt:lpstr>ListView vs RecyclerView</vt:lpstr>
      <vt:lpstr>PowerPoint Presentation</vt:lpstr>
      <vt:lpstr>Components of a RecyclerView</vt:lpstr>
      <vt:lpstr>RecyclerView</vt:lpstr>
      <vt:lpstr>ViewHolder</vt:lpstr>
      <vt:lpstr>Adapter</vt:lpstr>
      <vt:lpstr>Layout Manager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Activities and Intents</dc:title>
  <cp:lastModifiedBy>Elizer Jr. D. Ponio</cp:lastModifiedBy>
  <cp:revision>33</cp:revision>
  <dcterms:modified xsi:type="dcterms:W3CDTF">2025-05-16T10:33:57Z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  <property fmtid="{D5CDD505-2E9C-101B-9397-08002B2CF9AE}" pid="3" name="MediaServiceImageTags">
    <vt:lpwstr/>
  </property>
  <property fmtid="{D5CDD505-2E9C-101B-9397-08002B2CF9AE}" pid="4" name="MSIP_Label_8a813f4b-519a-4481-a498-85770f517757_Enabled">
    <vt:lpwstr>true</vt:lpwstr>
  </property>
  <property fmtid="{D5CDD505-2E9C-101B-9397-08002B2CF9AE}" pid="5" name="MSIP_Label_8a813f4b-519a-4481-a498-85770f517757_SetDate">
    <vt:lpwstr>2025-05-16T09:51:43Z</vt:lpwstr>
  </property>
  <property fmtid="{D5CDD505-2E9C-101B-9397-08002B2CF9AE}" pid="6" name="MSIP_Label_8a813f4b-519a-4481-a498-85770f517757_Method">
    <vt:lpwstr>Standard</vt:lpwstr>
  </property>
  <property fmtid="{D5CDD505-2E9C-101B-9397-08002B2CF9AE}" pid="7" name="MSIP_Label_8a813f4b-519a-4481-a498-85770f517757_Name">
    <vt:lpwstr>Anyone (unrestricted)</vt:lpwstr>
  </property>
  <property fmtid="{D5CDD505-2E9C-101B-9397-08002B2CF9AE}" pid="8" name="MSIP_Label_8a813f4b-519a-4481-a498-85770f517757_SiteId">
    <vt:lpwstr>1d981f77-3ca3-46ae-b0d4-e8044e6c7f84</vt:lpwstr>
  </property>
  <property fmtid="{D5CDD505-2E9C-101B-9397-08002B2CF9AE}" pid="9" name="MSIP_Label_8a813f4b-519a-4481-a498-85770f517757_ActionId">
    <vt:lpwstr>24d3f041-b307-4176-9c8a-ca8cdaf97661</vt:lpwstr>
  </property>
  <property fmtid="{D5CDD505-2E9C-101B-9397-08002B2CF9AE}" pid="10" name="MSIP_Label_8a813f4b-519a-4481-a498-85770f517757_ContentBits">
    <vt:lpwstr>0</vt:lpwstr>
  </property>
  <property fmtid="{D5CDD505-2E9C-101B-9397-08002B2CF9AE}" pid="11" name="MSIP_Label_8a813f4b-519a-4481-a498-85770f517757_Tag">
    <vt:lpwstr>50, 3, 0, 1</vt:lpwstr>
  </property>
</Properties>
</file>