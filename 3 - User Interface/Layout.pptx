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4" r:id="rId4"/>
    <p:sldMasterId id="2147483686" r:id="rId5"/>
  </p:sldMasterIdLst>
  <p:notesMasterIdLst>
    <p:notesMasterId r:id="rId47"/>
  </p:notesMasterIdLst>
  <p:sldIdLst>
    <p:sldId id="285" r:id="rId6"/>
    <p:sldId id="258" r:id="rId7"/>
    <p:sldId id="260" r:id="rId8"/>
    <p:sldId id="261" r:id="rId9"/>
    <p:sldId id="300" r:id="rId10"/>
    <p:sldId id="287" r:id="rId11"/>
    <p:sldId id="303" r:id="rId12"/>
    <p:sldId id="289" r:id="rId13"/>
    <p:sldId id="290" r:id="rId14"/>
    <p:sldId id="292" r:id="rId15"/>
    <p:sldId id="293" r:id="rId16"/>
    <p:sldId id="264" r:id="rId17"/>
    <p:sldId id="295" r:id="rId18"/>
    <p:sldId id="301" r:id="rId19"/>
    <p:sldId id="302" r:id="rId20"/>
    <p:sldId id="305" r:id="rId21"/>
    <p:sldId id="304" r:id="rId22"/>
    <p:sldId id="297" r:id="rId23"/>
    <p:sldId id="309" r:id="rId24"/>
    <p:sldId id="307" r:id="rId25"/>
    <p:sldId id="312" r:id="rId26"/>
    <p:sldId id="308" r:id="rId27"/>
    <p:sldId id="310" r:id="rId28"/>
    <p:sldId id="311" r:id="rId29"/>
    <p:sldId id="313" r:id="rId30"/>
    <p:sldId id="314" r:id="rId31"/>
    <p:sldId id="315" r:id="rId32"/>
    <p:sldId id="316" r:id="rId33"/>
    <p:sldId id="317" r:id="rId34"/>
    <p:sldId id="318" r:id="rId35"/>
    <p:sldId id="319" r:id="rId36"/>
    <p:sldId id="320" r:id="rId37"/>
    <p:sldId id="321" r:id="rId38"/>
    <p:sldId id="322" r:id="rId39"/>
    <p:sldId id="323" r:id="rId40"/>
    <p:sldId id="324" r:id="rId41"/>
    <p:sldId id="325" r:id="rId42"/>
    <p:sldId id="326" r:id="rId43"/>
    <p:sldId id="327" r:id="rId44"/>
    <p:sldId id="306" r:id="rId45"/>
    <p:sldId id="286" r:id="rId46"/>
  </p:sldIdLst>
  <p:sldSz cx="9144000" cy="5143500" type="screen16x9"/>
  <p:notesSz cx="6858000" cy="9144000"/>
  <p:embeddedFontLst>
    <p:embeddedFont>
      <p:font typeface="Consolas" panose="020B0609020204030204" pitchFamily="49" charset="0"/>
      <p:regular r:id="rId48"/>
      <p:bold r:id="rId49"/>
      <p:italic r:id="rId50"/>
      <p:boldItalic r:id="rId51"/>
    </p:embeddedFont>
    <p:embeddedFont>
      <p:font typeface="Open Sans" panose="020B0606030504020204" pitchFamily="34" charset="0"/>
      <p:regular r:id="rId52"/>
      <p:bold r:id="rId53"/>
      <p:italic r:id="rId54"/>
      <p:boldItalic r:id="rId55"/>
    </p:embeddedFont>
    <p:embeddedFont>
      <p:font typeface="Roboto" panose="02000000000000000000" pitchFamily="2" charset="0"/>
      <p:regular r:id="rId56"/>
      <p:bold r:id="rId57"/>
      <p:italic r:id="rId58"/>
      <p:boldItalic r:id="rId5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880"/>
    <p:restoredTop sz="94651"/>
  </p:normalViewPr>
  <p:slideViewPr>
    <p:cSldViewPr snapToGrid="0">
      <p:cViewPr varScale="1">
        <p:scale>
          <a:sx n="185" d="100"/>
          <a:sy n="185" d="100"/>
        </p:scale>
        <p:origin x="132" y="3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notesMaster" Target="notesMasters/notesMaster1.xml"/><Relationship Id="rId50" Type="http://schemas.openxmlformats.org/officeDocument/2006/relationships/font" Target="fonts/font3.fntdata"/><Relationship Id="rId55" Type="http://schemas.openxmlformats.org/officeDocument/2006/relationships/font" Target="fonts/font8.fntdata"/><Relationship Id="rId63"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font" Target="fonts/font6.fntdata"/><Relationship Id="rId58" Type="http://schemas.openxmlformats.org/officeDocument/2006/relationships/font" Target="fonts/font11.fntdata"/><Relationship Id="rId5" Type="http://schemas.openxmlformats.org/officeDocument/2006/relationships/slideMaster" Target="slideMasters/slideMaster2.xml"/><Relationship Id="rId61" Type="http://schemas.openxmlformats.org/officeDocument/2006/relationships/viewProps" Target="viewProps.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font" Target="fonts/font1.fntdata"/><Relationship Id="rId56" Type="http://schemas.openxmlformats.org/officeDocument/2006/relationships/font" Target="fonts/font9.fntdata"/><Relationship Id="rId8" Type="http://schemas.openxmlformats.org/officeDocument/2006/relationships/slide" Target="slides/slide3.xml"/><Relationship Id="rId51" Type="http://schemas.openxmlformats.org/officeDocument/2006/relationships/font" Target="fonts/font4.fntdata"/><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font" Target="fonts/font12.fntdata"/><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font" Target="fonts/font7.fntdata"/><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font" Target="fonts/font2.fntdata"/><Relationship Id="rId57" Type="http://schemas.openxmlformats.org/officeDocument/2006/relationships/font" Target="fonts/font10.fntdata"/><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font" Target="fonts/font5.fntdata"/><Relationship Id="rId6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116d7d9d49_3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116d7d9d49_3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1804c611ed_0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1804c611ed_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18fbd4b12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7" name="Google Shape;237;g18fbd4b12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2a3f6e2c1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2a3f6e2c1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a:extLst>
            <a:ext uri="{FF2B5EF4-FFF2-40B4-BE49-F238E27FC236}">
              <a16:creationId xmlns:a16="http://schemas.microsoft.com/office/drawing/2014/main" id="{3F349D63-5C7F-E648-17AB-06EEB0AF80EC}"/>
            </a:ext>
          </a:extLst>
        </p:cNvPr>
        <p:cNvGrpSpPr/>
        <p:nvPr/>
      </p:nvGrpSpPr>
      <p:grpSpPr>
        <a:xfrm>
          <a:off x="0" y="0"/>
          <a:ext cx="0" cy="0"/>
          <a:chOff x="0" y="0"/>
          <a:chExt cx="0" cy="0"/>
        </a:xfrm>
      </p:grpSpPr>
      <p:sp>
        <p:nvSpPr>
          <p:cNvPr id="242" name="Google Shape;242;g2a3f6e2c19_0_0:notes">
            <a:extLst>
              <a:ext uri="{FF2B5EF4-FFF2-40B4-BE49-F238E27FC236}">
                <a16:creationId xmlns:a16="http://schemas.microsoft.com/office/drawing/2014/main" id="{C2B9A2D7-2EBD-CACD-0FA4-75AF2F10AAF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2a3f6e2c19_0_0:notes">
            <a:extLst>
              <a:ext uri="{FF2B5EF4-FFF2-40B4-BE49-F238E27FC236}">
                <a16:creationId xmlns:a16="http://schemas.microsoft.com/office/drawing/2014/main" id="{9663DEFD-81AE-FE2F-26EA-9C6649C9ABB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181320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a:extLst>
            <a:ext uri="{FF2B5EF4-FFF2-40B4-BE49-F238E27FC236}">
              <a16:creationId xmlns:a16="http://schemas.microsoft.com/office/drawing/2014/main" id="{173A4C27-F4F0-041A-CD27-AFFD134A2BF2}"/>
            </a:ext>
          </a:extLst>
        </p:cNvPr>
        <p:cNvGrpSpPr/>
        <p:nvPr/>
      </p:nvGrpSpPr>
      <p:grpSpPr>
        <a:xfrm>
          <a:off x="0" y="0"/>
          <a:ext cx="0" cy="0"/>
          <a:chOff x="0" y="0"/>
          <a:chExt cx="0" cy="0"/>
        </a:xfrm>
      </p:grpSpPr>
      <p:sp>
        <p:nvSpPr>
          <p:cNvPr id="242" name="Google Shape;242;g2a3f6e2c19_0_0:notes">
            <a:extLst>
              <a:ext uri="{FF2B5EF4-FFF2-40B4-BE49-F238E27FC236}">
                <a16:creationId xmlns:a16="http://schemas.microsoft.com/office/drawing/2014/main" id="{8C887073-63FB-4047-EA81-4B51ABB2027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2a3f6e2c19_0_0:notes">
            <a:extLst>
              <a:ext uri="{FF2B5EF4-FFF2-40B4-BE49-F238E27FC236}">
                <a16:creationId xmlns:a16="http://schemas.microsoft.com/office/drawing/2014/main" id="{98161C67-DEE2-F638-E507-16985C670BF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681138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a:extLst>
            <a:ext uri="{FF2B5EF4-FFF2-40B4-BE49-F238E27FC236}">
              <a16:creationId xmlns:a16="http://schemas.microsoft.com/office/drawing/2014/main" id="{C697091D-4F62-CCFE-DA92-FBB39AB21CC8}"/>
            </a:ext>
          </a:extLst>
        </p:cNvPr>
        <p:cNvGrpSpPr/>
        <p:nvPr/>
      </p:nvGrpSpPr>
      <p:grpSpPr>
        <a:xfrm>
          <a:off x="0" y="0"/>
          <a:ext cx="0" cy="0"/>
          <a:chOff x="0" y="0"/>
          <a:chExt cx="0" cy="0"/>
        </a:xfrm>
      </p:grpSpPr>
      <p:sp>
        <p:nvSpPr>
          <p:cNvPr id="242" name="Google Shape;242;g2a3f6e2c19_0_0:notes">
            <a:extLst>
              <a:ext uri="{FF2B5EF4-FFF2-40B4-BE49-F238E27FC236}">
                <a16:creationId xmlns:a16="http://schemas.microsoft.com/office/drawing/2014/main" id="{17E5D77A-9640-EAFD-BD78-74E5D0B6BE9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2a3f6e2c19_0_0:notes">
            <a:extLst>
              <a:ext uri="{FF2B5EF4-FFF2-40B4-BE49-F238E27FC236}">
                <a16:creationId xmlns:a16="http://schemas.microsoft.com/office/drawing/2014/main" id="{5428C638-3F4C-2F24-337E-2E697B600D2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28643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a:extLst>
            <a:ext uri="{FF2B5EF4-FFF2-40B4-BE49-F238E27FC236}">
              <a16:creationId xmlns:a16="http://schemas.microsoft.com/office/drawing/2014/main" id="{00C7D4F2-F83E-081D-9EEA-D6C443457131}"/>
            </a:ext>
          </a:extLst>
        </p:cNvPr>
        <p:cNvGrpSpPr/>
        <p:nvPr/>
      </p:nvGrpSpPr>
      <p:grpSpPr>
        <a:xfrm>
          <a:off x="0" y="0"/>
          <a:ext cx="0" cy="0"/>
          <a:chOff x="0" y="0"/>
          <a:chExt cx="0" cy="0"/>
        </a:xfrm>
      </p:grpSpPr>
      <p:sp>
        <p:nvSpPr>
          <p:cNvPr id="242" name="Google Shape;242;g2a3f6e2c19_0_0:notes">
            <a:extLst>
              <a:ext uri="{FF2B5EF4-FFF2-40B4-BE49-F238E27FC236}">
                <a16:creationId xmlns:a16="http://schemas.microsoft.com/office/drawing/2014/main" id="{C05E2A89-278E-1DB7-F417-A67BF4AADAB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2a3f6e2c19_0_0:notes">
            <a:extLst>
              <a:ext uri="{FF2B5EF4-FFF2-40B4-BE49-F238E27FC236}">
                <a16:creationId xmlns:a16="http://schemas.microsoft.com/office/drawing/2014/main" id="{A9FA9216-8575-6C05-521C-B112E3FC742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743771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17f5765591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17f5765591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841430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Master" Target="../slideMasters/slideMaster2.xml"/><Relationship Id="rId5" Type="http://schemas.openxmlformats.org/officeDocument/2006/relationships/hyperlink" Target="http://creativecommons.org/licenses/by-nc/4.0/" TargetMode="External"/><Relationship Id="rId4"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rgbClr val="4CAF50"/>
        </a:solidFill>
        <a:effectLst/>
      </p:bgPr>
    </p:bg>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311708" y="1006793"/>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Clr>
                <a:srgbClr val="FAFAFA"/>
              </a:buClr>
              <a:buSzPts val="5200"/>
              <a:buNone/>
              <a:defRPr sz="5200" b="1">
                <a:solidFill>
                  <a:srgbClr val="FAFAFA"/>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7" name="Google Shape;17;p2"/>
          <p:cNvSpPr txBox="1">
            <a:spLocks noGrp="1"/>
          </p:cNvSpPr>
          <p:nvPr>
            <p:ph type="subTitle" idx="1"/>
          </p:nvPr>
        </p:nvSpPr>
        <p:spPr>
          <a:xfrm>
            <a:off x="311700" y="3096343"/>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rgbClr val="FAFAFA"/>
              </a:buClr>
              <a:buSzPts val="2800"/>
              <a:buNone/>
              <a:defRPr sz="2800">
                <a:solidFill>
                  <a:srgbClr val="FAFAFA"/>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8" name="Google Shape;18;p2"/>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rgbClr val="4CAF50"/>
        </a:solidFill>
        <a:effectLst/>
      </p:bgPr>
    </p:bg>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311700" y="20746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Clr>
                <a:srgbClr val="FAFAFA"/>
              </a:buClr>
              <a:buSzPts val="3600"/>
              <a:buNone/>
              <a:defRPr sz="3600">
                <a:solidFill>
                  <a:srgbClr val="FAFAFA"/>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1" name="Google Shape;21;p3"/>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solidFill>
          <a:srgbClr val="FFFFFF"/>
        </a:solidFill>
        <a:effectLst/>
      </p:bgPr>
    </p:bg>
    <p:spTree>
      <p:nvGrpSpPr>
        <p:cNvPr id="1" name="Shape 22"/>
        <p:cNvGrpSpPr/>
        <p:nvPr/>
      </p:nvGrpSpPr>
      <p:grpSpPr>
        <a:xfrm>
          <a:off x="0" y="0"/>
          <a:ext cx="0" cy="0"/>
          <a:chOff x="0" y="0"/>
          <a:chExt cx="0" cy="0"/>
        </a:xfrm>
      </p:grpSpPr>
      <p:sp>
        <p:nvSpPr>
          <p:cNvPr id="23" name="Google Shape;23;p4"/>
          <p:cNvSpPr/>
          <p:nvPr/>
        </p:nvSpPr>
        <p:spPr>
          <a:xfrm>
            <a:off x="-11200" y="-37825"/>
            <a:ext cx="9155100" cy="1018500"/>
          </a:xfrm>
          <a:prstGeom prst="rect">
            <a:avLst/>
          </a:prstGeom>
          <a:solidFill>
            <a:srgbClr val="4CAF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4"/>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Clr>
                <a:srgbClr val="FAFAFA"/>
              </a:buClr>
              <a:buSzPts val="3600"/>
              <a:buNone/>
              <a:defRPr>
                <a:solidFill>
                  <a:srgbClr val="FAFAFA"/>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5" name="Google Shape;25;p4"/>
          <p:cNvSpPr txBox="1">
            <a:spLocks noGrp="1"/>
          </p:cNvSpPr>
          <p:nvPr>
            <p:ph type="body" idx="1"/>
          </p:nvPr>
        </p:nvSpPr>
        <p:spPr>
          <a:xfrm>
            <a:off x="311700" y="1076275"/>
            <a:ext cx="8520600" cy="3416400"/>
          </a:xfrm>
          <a:prstGeom prst="rect">
            <a:avLst/>
          </a:prstGeom>
        </p:spPr>
        <p:txBody>
          <a:bodyPr spcFirstLastPara="1" wrap="square" lIns="91425" tIns="91425" rIns="91425" bIns="91425" anchor="t" anchorCtr="0">
            <a:noAutofit/>
          </a:bodyPr>
          <a:lstStyle>
            <a:lvl1pPr marL="457200" lvl="0" indent="-381000">
              <a:lnSpc>
                <a:spcPct val="115000"/>
              </a:lnSpc>
              <a:spcBef>
                <a:spcPts val="1000"/>
              </a:spcBef>
              <a:spcAft>
                <a:spcPts val="0"/>
              </a:spcAft>
              <a:buSzPts val="2400"/>
              <a:buAutoNum type="arabicPeriod"/>
              <a:defRPr/>
            </a:lvl1pPr>
            <a:lvl2pPr marL="914400" lvl="1" indent="-355600">
              <a:lnSpc>
                <a:spcPct val="115000"/>
              </a:lnSpc>
              <a:spcBef>
                <a:spcPts val="1000"/>
              </a:spcBef>
              <a:spcAft>
                <a:spcPts val="0"/>
              </a:spcAft>
              <a:buSzPts val="2000"/>
              <a:buAutoNum type="alphaLcPeriod"/>
              <a:defRPr sz="2000"/>
            </a:lvl2pPr>
            <a:lvl3pPr marL="1371600" lvl="2" indent="-317500">
              <a:spcBef>
                <a:spcPts val="0"/>
              </a:spcBef>
              <a:spcAft>
                <a:spcPts val="0"/>
              </a:spcAft>
              <a:buSzPts val="1400"/>
              <a:buAutoNum type="romanLcPeriod"/>
              <a:defRPr/>
            </a:lvl3pPr>
            <a:lvl4pPr marL="1828800" lvl="3" indent="-317500">
              <a:spcBef>
                <a:spcPts val="0"/>
              </a:spcBef>
              <a:spcAft>
                <a:spcPts val="0"/>
              </a:spcAft>
              <a:buSzPts val="1400"/>
              <a:buAutoNum type="arabicPeriod"/>
              <a:defRPr/>
            </a:lvl4pPr>
            <a:lvl5pPr marL="2286000" lvl="4" indent="-317500">
              <a:spcBef>
                <a:spcPts val="1600"/>
              </a:spcBef>
              <a:spcAft>
                <a:spcPts val="0"/>
              </a:spcAft>
              <a:buSzPts val="1400"/>
              <a:buAutoNum type="alphaLcPeriod"/>
              <a:defRPr/>
            </a:lvl5pPr>
            <a:lvl6pPr marL="2743200" lvl="5" indent="-317500">
              <a:spcBef>
                <a:spcPts val="1600"/>
              </a:spcBef>
              <a:spcAft>
                <a:spcPts val="0"/>
              </a:spcAft>
              <a:buSzPts val="1400"/>
              <a:buAutoNum type="romanLcPeriod"/>
              <a:defRPr/>
            </a:lvl6pPr>
            <a:lvl7pPr marL="3200400" lvl="6" indent="-317500">
              <a:spcBef>
                <a:spcPts val="1600"/>
              </a:spcBef>
              <a:spcAft>
                <a:spcPts val="0"/>
              </a:spcAft>
              <a:buSzPts val="1400"/>
              <a:buAutoNum type="arabicPeriod"/>
              <a:defRPr/>
            </a:lvl7pPr>
            <a:lvl8pPr marL="3657600" lvl="7" indent="-317500">
              <a:spcBef>
                <a:spcPts val="1600"/>
              </a:spcBef>
              <a:spcAft>
                <a:spcPts val="0"/>
              </a:spcAft>
              <a:buSzPts val="1400"/>
              <a:buAutoNum type="alphaLcPeriod"/>
              <a:defRPr/>
            </a:lvl8pPr>
            <a:lvl9pPr marL="4114800" lvl="8" indent="-317500">
              <a:spcBef>
                <a:spcPts val="1600"/>
              </a:spcBef>
              <a:spcAft>
                <a:spcPts val="1600"/>
              </a:spcAft>
              <a:buSzPts val="1400"/>
              <a:buAutoNum type="romanLcPeriod"/>
              <a:defRPr/>
            </a:lvl9pPr>
          </a:lstStyle>
          <a:p>
            <a:endParaRPr/>
          </a:p>
        </p:txBody>
      </p:sp>
      <p:sp>
        <p:nvSpPr>
          <p:cNvPr id="26" name="Google Shape;26;p4"/>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p6"/>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35" name="Google Shape;35;p6"/>
          <p:cNvSpPr/>
          <p:nvPr/>
        </p:nvSpPr>
        <p:spPr>
          <a:xfrm>
            <a:off x="-11200" y="-37825"/>
            <a:ext cx="9155100" cy="1018500"/>
          </a:xfrm>
          <a:prstGeom prst="rect">
            <a:avLst/>
          </a:prstGeom>
          <a:solidFill>
            <a:srgbClr val="4CAF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6"/>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AFAFA"/>
              </a:buClr>
              <a:buSzPts val="3600"/>
              <a:buNone/>
              <a:defRPr>
                <a:solidFill>
                  <a:srgbClr val="FAFAFA"/>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7"/>
        <p:cNvGrpSpPr/>
        <p:nvPr/>
      </p:nvGrpSpPr>
      <p:grpSpPr>
        <a:xfrm>
          <a:off x="0" y="0"/>
          <a:ext cx="0" cy="0"/>
          <a:chOff x="0" y="0"/>
          <a:chExt cx="0" cy="0"/>
        </a:xfrm>
      </p:grpSpPr>
      <p:sp>
        <p:nvSpPr>
          <p:cNvPr id="38" name="Google Shape;38;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9" name="Google Shape;39;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40" name="Google Shape;40;p7"/>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1"/>
        <p:cNvGrpSpPr/>
        <p:nvPr/>
      </p:nvGrpSpPr>
      <p:grpSpPr>
        <a:xfrm>
          <a:off x="0" y="0"/>
          <a:ext cx="0" cy="0"/>
          <a:chOff x="0" y="0"/>
          <a:chExt cx="0" cy="0"/>
        </a:xfrm>
      </p:grpSpPr>
      <p:sp>
        <p:nvSpPr>
          <p:cNvPr id="42" name="Google Shape;42;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3" name="Google Shape;43;p8"/>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4"/>
        <p:cNvGrpSpPr/>
        <p:nvPr/>
      </p:nvGrpSpPr>
      <p:grpSpPr>
        <a:xfrm>
          <a:off x="0" y="0"/>
          <a:ext cx="0" cy="0"/>
          <a:chOff x="0" y="0"/>
          <a:chExt cx="0" cy="0"/>
        </a:xfrm>
      </p:grpSpPr>
      <p:sp>
        <p:nvSpPr>
          <p:cNvPr id="45" name="Google Shape;45;p9"/>
          <p:cNvSpPr/>
          <p:nvPr/>
        </p:nvSpPr>
        <p:spPr>
          <a:xfrm>
            <a:off x="4572000" y="-125"/>
            <a:ext cx="4572000" cy="4660500"/>
          </a:xfrm>
          <a:prstGeom prst="rect">
            <a:avLst/>
          </a:prstGeom>
          <a:solidFill>
            <a:srgbClr val="4CAF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7" name="Google Shape;47;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8" name="Google Shape;48;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81000">
              <a:spcBef>
                <a:spcPts val="0"/>
              </a:spcBef>
              <a:spcAft>
                <a:spcPts val="0"/>
              </a:spcAft>
              <a:buSzPts val="2400"/>
              <a:buChar char="●"/>
              <a:defRPr/>
            </a:lvl1pPr>
            <a:lvl2pPr marL="914400" lvl="1" indent="-342900">
              <a:spcBef>
                <a:spcPts val="0"/>
              </a:spcBef>
              <a:spcAft>
                <a:spcPts val="0"/>
              </a:spcAft>
              <a:buSzPts val="18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9" name="Google Shape;49;p9"/>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0"/>
        <p:cNvGrpSpPr/>
        <p:nvPr/>
      </p:nvGrpSpPr>
      <p:grpSpPr>
        <a:xfrm>
          <a:off x="0" y="0"/>
          <a:ext cx="0" cy="0"/>
          <a:chOff x="0" y="0"/>
          <a:chExt cx="0" cy="0"/>
        </a:xfrm>
      </p:grpSpPr>
      <p:sp>
        <p:nvSpPr>
          <p:cNvPr id="51" name="Google Shape;51;p10"/>
          <p:cNvSpPr txBox="1">
            <a:spLocks noGrp="1"/>
          </p:cNvSpPr>
          <p:nvPr>
            <p:ph type="body" idx="1"/>
          </p:nvPr>
        </p:nvSpPr>
        <p:spPr>
          <a:xfrm>
            <a:off x="311700" y="3918598"/>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2400"/>
              <a:buNone/>
              <a:defRPr/>
            </a:lvl1pPr>
          </a:lstStyle>
          <a:p>
            <a:endParaRPr/>
          </a:p>
        </p:txBody>
      </p:sp>
      <p:sp>
        <p:nvSpPr>
          <p:cNvPr id="52" name="Google Shape;52;p10"/>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3"/>
        <p:cNvGrpSpPr/>
        <p:nvPr/>
      </p:nvGrpSpPr>
      <p:grpSpPr>
        <a:xfrm>
          <a:off x="0" y="0"/>
          <a:ext cx="0" cy="0"/>
          <a:chOff x="0" y="0"/>
          <a:chExt cx="0" cy="0"/>
        </a:xfrm>
      </p:grpSpPr>
      <p:sp>
        <p:nvSpPr>
          <p:cNvPr id="54" name="Google Shape;54;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5" name="Google Shape;55;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81000" algn="ctr">
              <a:spcBef>
                <a:spcPts val="0"/>
              </a:spcBef>
              <a:spcAft>
                <a:spcPts val="0"/>
              </a:spcAft>
              <a:buSzPts val="2400"/>
              <a:buChar char="●"/>
              <a:defRPr/>
            </a:lvl1pPr>
            <a:lvl2pPr marL="914400" lvl="1" indent="-342900" algn="ctr">
              <a:spcBef>
                <a:spcPts val="0"/>
              </a:spcBef>
              <a:spcAft>
                <a:spcPts val="0"/>
              </a:spcAft>
              <a:buSzPts val="18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56" name="Google Shape;56;p11"/>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7"/>
        <p:cNvGrpSpPr/>
        <p:nvPr/>
      </p:nvGrpSpPr>
      <p:grpSpPr>
        <a:xfrm>
          <a:off x="0" y="0"/>
          <a:ext cx="0" cy="0"/>
          <a:chOff x="0" y="0"/>
          <a:chExt cx="0" cy="0"/>
        </a:xfrm>
      </p:grpSpPr>
      <p:pic>
        <p:nvPicPr>
          <p:cNvPr id="58" name="Google Shape;58;p12" descr="Android-Developer-Cover.jpg"/>
          <p:cNvPicPr preferRelativeResize="0"/>
          <p:nvPr/>
        </p:nvPicPr>
        <p:blipFill>
          <a:blip r:embed="rId2">
            <a:alphaModFix/>
          </a:blip>
          <a:stretch>
            <a:fillRect/>
          </a:stretch>
        </p:blipFill>
        <p:spPr>
          <a:xfrm>
            <a:off x="0" y="0"/>
            <a:ext cx="9144000" cy="5143500"/>
          </a:xfrm>
          <a:prstGeom prst="rect">
            <a:avLst/>
          </a:prstGeom>
          <a:noFill/>
          <a:ln>
            <a:noFill/>
          </a:ln>
        </p:spPr>
      </p:pic>
      <p:pic>
        <p:nvPicPr>
          <p:cNvPr id="59" name="Google Shape;59;p12" descr="footer.png"/>
          <p:cNvPicPr preferRelativeResize="0"/>
          <p:nvPr/>
        </p:nvPicPr>
        <p:blipFill rotWithShape="1">
          <a:blip r:embed="rId3">
            <a:alphaModFix/>
          </a:blip>
          <a:srcRect l="28117" t="89810"/>
          <a:stretch/>
        </p:blipFill>
        <p:spPr>
          <a:xfrm>
            <a:off x="0" y="4629149"/>
            <a:ext cx="9144000" cy="524100"/>
          </a:xfrm>
          <a:prstGeom prst="rect">
            <a:avLst/>
          </a:prstGeom>
          <a:noFill/>
          <a:ln>
            <a:noFill/>
          </a:ln>
        </p:spPr>
      </p:pic>
      <p:sp>
        <p:nvSpPr>
          <p:cNvPr id="61" name="Google Shape;61;p12"/>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62" name="Google Shape;62;p12"/>
          <p:cNvSpPr txBox="1">
            <a:spLocks noGrp="1"/>
          </p:cNvSpPr>
          <p:nvPr>
            <p:ph type="sldNum" idx="2"/>
          </p:nvPr>
        </p:nvSpPr>
        <p:spPr>
          <a:xfrm>
            <a:off x="8548658" y="4739417"/>
            <a:ext cx="548700" cy="393600"/>
          </a:xfrm>
          <a:prstGeom prst="rect">
            <a:avLst/>
          </a:prstGeom>
        </p:spPr>
        <p:txBody>
          <a:bodyPr spcFirstLastPara="1" wrap="square" lIns="91425" tIns="91425" rIns="91425" bIns="91425" anchor="ctr" anchorCtr="0">
            <a:noAutofit/>
          </a:bodyPr>
          <a:lstStyle>
            <a:lvl1pPr lvl="0" algn="r" rtl="0">
              <a:buNone/>
              <a:defRPr sz="1000">
                <a:solidFill>
                  <a:schemeClr val="dk2"/>
                </a:solidFill>
              </a:defRPr>
            </a:lvl1pPr>
            <a:lvl2pPr lvl="1" algn="r" rtl="0">
              <a:buNone/>
              <a:defRPr sz="1000">
                <a:solidFill>
                  <a:schemeClr val="dk2"/>
                </a:solidFill>
              </a:defRPr>
            </a:lvl2pPr>
            <a:lvl3pPr lvl="2" algn="r" rtl="0">
              <a:buNone/>
              <a:defRPr sz="1000">
                <a:solidFill>
                  <a:schemeClr val="dk2"/>
                </a:solidFill>
              </a:defRPr>
            </a:lvl3pPr>
            <a:lvl4pPr lvl="3" algn="r" rtl="0">
              <a:buNone/>
              <a:defRPr sz="1000">
                <a:solidFill>
                  <a:schemeClr val="dk2"/>
                </a:solidFill>
              </a:defRPr>
            </a:lvl4pPr>
            <a:lvl5pPr lvl="4" algn="r" rtl="0">
              <a:buNone/>
              <a:defRPr sz="1000">
                <a:solidFill>
                  <a:schemeClr val="dk2"/>
                </a:solidFill>
              </a:defRPr>
            </a:lvl5pPr>
            <a:lvl6pPr lvl="5" algn="r" rtl="0">
              <a:buNone/>
              <a:defRPr sz="1000">
                <a:solidFill>
                  <a:schemeClr val="dk2"/>
                </a:solidFill>
              </a:defRPr>
            </a:lvl6pPr>
            <a:lvl7pPr lvl="6" algn="r" rtl="0">
              <a:buNone/>
              <a:defRPr sz="1000">
                <a:solidFill>
                  <a:schemeClr val="dk2"/>
                </a:solidFill>
              </a:defRPr>
            </a:lvl7pPr>
            <a:lvl8pPr lvl="7" algn="r" rtl="0">
              <a:buNone/>
              <a:defRPr sz="1000">
                <a:solidFill>
                  <a:schemeClr val="dk2"/>
                </a:solidFill>
              </a:defRPr>
            </a:lvl8pPr>
            <a:lvl9pPr lvl="8" algn="r" rtl="0">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63" name="Google Shape;63;p12"/>
          <p:cNvSpPr txBox="1">
            <a:spLocks noGrp="1"/>
          </p:cNvSpPr>
          <p:nvPr>
            <p:ph type="title"/>
          </p:nvPr>
        </p:nvSpPr>
        <p:spPr>
          <a:xfrm>
            <a:off x="265500" y="1928011"/>
            <a:ext cx="40452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FAFAFA"/>
              </a:buClr>
              <a:buSzPts val="4200"/>
              <a:buNone/>
              <a:defRPr sz="4200">
                <a:solidFill>
                  <a:srgbClr val="FAFAFA"/>
                </a:solidFill>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64" name="Google Shape;64;p12"/>
          <p:cNvSpPr txBox="1">
            <a:spLocks noGrp="1"/>
          </p:cNvSpPr>
          <p:nvPr>
            <p:ph type="subTitle" idx="1"/>
          </p:nvPr>
        </p:nvSpPr>
        <p:spPr>
          <a:xfrm>
            <a:off x="265500" y="3497911"/>
            <a:ext cx="4045200" cy="1235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AFAFA"/>
              </a:buClr>
              <a:buSzPts val="2100"/>
              <a:buNone/>
              <a:defRPr sz="2100">
                <a:solidFill>
                  <a:srgbClr val="FAFAFA"/>
                </a:solidFill>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65" name="Google Shape;65;p12"/>
          <p:cNvSpPr txBox="1">
            <a:spLocks noGrp="1"/>
          </p:cNvSpPr>
          <p:nvPr>
            <p:ph type="sldNum" idx="3"/>
          </p:nvPr>
        </p:nvSpPr>
        <p:spPr>
          <a:xfrm>
            <a:off x="8548658" y="4739417"/>
            <a:ext cx="548700" cy="393600"/>
          </a:xfrm>
          <a:prstGeom prst="rect">
            <a:avLst/>
          </a:prstGeom>
        </p:spPr>
        <p:txBody>
          <a:bodyPr spcFirstLastPara="1" wrap="square" lIns="91425" tIns="91425" rIns="91425" bIns="91425" anchor="ctr" anchorCtr="0">
            <a:noAutofit/>
          </a:bodyPr>
          <a:lstStyle>
            <a:lvl1pPr lvl="0" algn="r" rtl="0">
              <a:buNone/>
              <a:defRPr sz="1000">
                <a:solidFill>
                  <a:schemeClr val="dk2"/>
                </a:solidFill>
              </a:defRPr>
            </a:lvl1pPr>
            <a:lvl2pPr lvl="1" algn="r" rtl="0">
              <a:buNone/>
              <a:defRPr sz="1000">
                <a:solidFill>
                  <a:schemeClr val="dk2"/>
                </a:solidFill>
              </a:defRPr>
            </a:lvl2pPr>
            <a:lvl3pPr lvl="2" algn="r" rtl="0">
              <a:buNone/>
              <a:defRPr sz="1000">
                <a:solidFill>
                  <a:schemeClr val="dk2"/>
                </a:solidFill>
              </a:defRPr>
            </a:lvl3pPr>
            <a:lvl4pPr lvl="3" algn="r" rtl="0">
              <a:buNone/>
              <a:defRPr sz="1000">
                <a:solidFill>
                  <a:schemeClr val="dk2"/>
                </a:solidFill>
              </a:defRPr>
            </a:lvl4pPr>
            <a:lvl5pPr lvl="4" algn="r" rtl="0">
              <a:buNone/>
              <a:defRPr sz="1000">
                <a:solidFill>
                  <a:schemeClr val="dk2"/>
                </a:solidFill>
              </a:defRPr>
            </a:lvl5pPr>
            <a:lvl6pPr lvl="5" algn="r" rtl="0">
              <a:buNone/>
              <a:defRPr sz="1000">
                <a:solidFill>
                  <a:schemeClr val="dk2"/>
                </a:solidFill>
              </a:defRPr>
            </a:lvl6pPr>
            <a:lvl7pPr lvl="6" algn="r" rtl="0">
              <a:buNone/>
              <a:defRPr sz="1000">
                <a:solidFill>
                  <a:schemeClr val="dk2"/>
                </a:solidFill>
              </a:defRPr>
            </a:lvl7pPr>
            <a:lvl8pPr lvl="7" algn="r" rtl="0">
              <a:buNone/>
              <a:defRPr sz="1000">
                <a:solidFill>
                  <a:schemeClr val="dk2"/>
                </a:solidFill>
              </a:defRPr>
            </a:lvl8pPr>
            <a:lvl9pPr lvl="8" algn="r" rtl="0">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66" name="Google Shape;66;p12"/>
          <p:cNvSpPr txBox="1">
            <a:spLocks noGrp="1"/>
          </p:cNvSpPr>
          <p:nvPr>
            <p:ph type="subTitle" idx="4"/>
          </p:nvPr>
        </p:nvSpPr>
        <p:spPr>
          <a:xfrm>
            <a:off x="265500" y="564125"/>
            <a:ext cx="4045200" cy="524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None/>
              <a:defRPr sz="1600">
                <a:solidFill>
                  <a:srgbClr val="FAFAFA"/>
                </a:solidFill>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rgbClr val="4CAF50"/>
        </a:solidFill>
        <a:effectLst/>
      </p:bgPr>
    </p:bg>
    <p:spTree>
      <p:nvGrpSpPr>
        <p:cNvPr id="1" name="Shape 148"/>
        <p:cNvGrpSpPr/>
        <p:nvPr/>
      </p:nvGrpSpPr>
      <p:grpSpPr>
        <a:xfrm>
          <a:off x="0" y="0"/>
          <a:ext cx="0" cy="0"/>
          <a:chOff x="0" y="0"/>
          <a:chExt cx="0" cy="0"/>
        </a:xfrm>
      </p:grpSpPr>
      <p:sp>
        <p:nvSpPr>
          <p:cNvPr id="149" name="Google Shape;149;p28"/>
          <p:cNvSpPr txBox="1">
            <a:spLocks noGrp="1"/>
          </p:cNvSpPr>
          <p:nvPr>
            <p:ph type="ctrTitle"/>
          </p:nvPr>
        </p:nvSpPr>
        <p:spPr>
          <a:xfrm>
            <a:off x="311708" y="1006793"/>
            <a:ext cx="8520600" cy="20526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FAFAFA"/>
              </a:buClr>
              <a:buSzPts val="5200"/>
              <a:buNone/>
              <a:defRPr sz="5200" b="1">
                <a:solidFill>
                  <a:srgbClr val="FAFAFA"/>
                </a:solidFill>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50" name="Google Shape;150;p28"/>
          <p:cNvSpPr txBox="1">
            <a:spLocks noGrp="1"/>
          </p:cNvSpPr>
          <p:nvPr>
            <p:ph type="subTitle" idx="1"/>
          </p:nvPr>
        </p:nvSpPr>
        <p:spPr>
          <a:xfrm>
            <a:off x="311700" y="3096343"/>
            <a:ext cx="8520600" cy="79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AFAFA"/>
              </a:buClr>
              <a:buSzPts val="2800"/>
              <a:buNone/>
              <a:defRPr sz="2800">
                <a:solidFill>
                  <a:srgbClr val="FAFAFA"/>
                </a:solidFill>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51" name="Google Shape;151;p28"/>
          <p:cNvSpPr txBox="1">
            <a:spLocks noGrp="1"/>
          </p:cNvSpPr>
          <p:nvPr>
            <p:ph type="sldNum" idx="12"/>
          </p:nvPr>
        </p:nvSpPr>
        <p:spPr>
          <a:xfrm>
            <a:off x="8472458" y="47394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rgbClr val="4CAF50"/>
        </a:solidFill>
        <a:effectLst/>
      </p:bgPr>
    </p:bg>
    <p:spTree>
      <p:nvGrpSpPr>
        <p:cNvPr id="1" name="Shape 152"/>
        <p:cNvGrpSpPr/>
        <p:nvPr/>
      </p:nvGrpSpPr>
      <p:grpSpPr>
        <a:xfrm>
          <a:off x="0" y="0"/>
          <a:ext cx="0" cy="0"/>
          <a:chOff x="0" y="0"/>
          <a:chExt cx="0" cy="0"/>
        </a:xfrm>
      </p:grpSpPr>
      <p:sp>
        <p:nvSpPr>
          <p:cNvPr id="153" name="Google Shape;153;p29"/>
          <p:cNvSpPr txBox="1">
            <a:spLocks noGrp="1"/>
          </p:cNvSpPr>
          <p:nvPr>
            <p:ph type="title"/>
          </p:nvPr>
        </p:nvSpPr>
        <p:spPr>
          <a:xfrm>
            <a:off x="311700" y="2074650"/>
            <a:ext cx="8520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AFAFA"/>
              </a:buClr>
              <a:buSzPts val="3600"/>
              <a:buNone/>
              <a:defRPr sz="3600">
                <a:solidFill>
                  <a:srgbClr val="FAFAFA"/>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54" name="Google Shape;154;p29"/>
          <p:cNvSpPr txBox="1">
            <a:spLocks noGrp="1"/>
          </p:cNvSpPr>
          <p:nvPr>
            <p:ph type="sldNum" idx="12"/>
          </p:nvPr>
        </p:nvSpPr>
        <p:spPr>
          <a:xfrm>
            <a:off x="8472458" y="47394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solidFill>
          <a:srgbClr val="FFFFFF"/>
        </a:solidFill>
        <a:effectLst/>
      </p:bgPr>
    </p:bg>
    <p:spTree>
      <p:nvGrpSpPr>
        <p:cNvPr id="1" name="Shape 155"/>
        <p:cNvGrpSpPr/>
        <p:nvPr/>
      </p:nvGrpSpPr>
      <p:grpSpPr>
        <a:xfrm>
          <a:off x="0" y="0"/>
          <a:ext cx="0" cy="0"/>
          <a:chOff x="0" y="0"/>
          <a:chExt cx="0" cy="0"/>
        </a:xfrm>
      </p:grpSpPr>
      <p:sp>
        <p:nvSpPr>
          <p:cNvPr id="156" name="Google Shape;156;p30"/>
          <p:cNvSpPr/>
          <p:nvPr/>
        </p:nvSpPr>
        <p:spPr>
          <a:xfrm>
            <a:off x="-11200" y="-37825"/>
            <a:ext cx="9155100" cy="1018500"/>
          </a:xfrm>
          <a:prstGeom prst="rect">
            <a:avLst/>
          </a:prstGeom>
          <a:solidFill>
            <a:srgbClr val="4CAF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30"/>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AFAFA"/>
              </a:buClr>
              <a:buSzPts val="3600"/>
              <a:buNone/>
              <a:defRPr>
                <a:solidFill>
                  <a:srgbClr val="FAFAFA"/>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58" name="Google Shape;158;p30"/>
          <p:cNvSpPr txBox="1">
            <a:spLocks noGrp="1"/>
          </p:cNvSpPr>
          <p:nvPr>
            <p:ph type="body" idx="1"/>
          </p:nvPr>
        </p:nvSpPr>
        <p:spPr>
          <a:xfrm>
            <a:off x="311700" y="1076275"/>
            <a:ext cx="8520600" cy="3416400"/>
          </a:xfrm>
          <a:prstGeom prst="rect">
            <a:avLst/>
          </a:prstGeom>
        </p:spPr>
        <p:txBody>
          <a:bodyPr spcFirstLastPara="1" wrap="square" lIns="91425" tIns="91425" rIns="91425" bIns="91425" anchor="t" anchorCtr="0">
            <a:noAutofit/>
          </a:bodyPr>
          <a:lstStyle>
            <a:lvl1pPr marL="457200" lvl="0" indent="-381000" rtl="0">
              <a:lnSpc>
                <a:spcPct val="115000"/>
              </a:lnSpc>
              <a:spcBef>
                <a:spcPts val="1000"/>
              </a:spcBef>
              <a:spcAft>
                <a:spcPts val="0"/>
              </a:spcAft>
              <a:buClr>
                <a:srgbClr val="000000"/>
              </a:buClr>
              <a:buSzPts val="2400"/>
              <a:buAutoNum type="arabicPeriod"/>
              <a:defRPr>
                <a:solidFill>
                  <a:srgbClr val="000000"/>
                </a:solidFill>
              </a:defRPr>
            </a:lvl1pPr>
            <a:lvl2pPr marL="914400" lvl="1" indent="-355600" rtl="0">
              <a:lnSpc>
                <a:spcPct val="115000"/>
              </a:lnSpc>
              <a:spcBef>
                <a:spcPts val="1000"/>
              </a:spcBef>
              <a:spcAft>
                <a:spcPts val="0"/>
              </a:spcAft>
              <a:buClr>
                <a:srgbClr val="000000"/>
              </a:buClr>
              <a:buSzPts val="2000"/>
              <a:buAutoNum type="alphaLcPeriod"/>
              <a:defRPr sz="2000">
                <a:solidFill>
                  <a:srgbClr val="000000"/>
                </a:solidFill>
              </a:defRPr>
            </a:lvl2pPr>
            <a:lvl3pPr marL="1371600" lvl="2" indent="-317500" rtl="0">
              <a:spcBef>
                <a:spcPts val="0"/>
              </a:spcBef>
              <a:spcAft>
                <a:spcPts val="0"/>
              </a:spcAft>
              <a:buClr>
                <a:srgbClr val="000000"/>
              </a:buClr>
              <a:buSzPts val="1400"/>
              <a:buAutoNum type="romanLcPeriod"/>
              <a:defRPr>
                <a:solidFill>
                  <a:srgbClr val="000000"/>
                </a:solidFill>
              </a:defRPr>
            </a:lvl3pPr>
            <a:lvl4pPr marL="1828800" lvl="3" indent="-317500" rtl="0">
              <a:spcBef>
                <a:spcPts val="0"/>
              </a:spcBef>
              <a:spcAft>
                <a:spcPts val="0"/>
              </a:spcAft>
              <a:buClr>
                <a:srgbClr val="000000"/>
              </a:buClr>
              <a:buSzPts val="1400"/>
              <a:buAutoNum type="arabicPeriod"/>
              <a:defRPr>
                <a:solidFill>
                  <a:srgbClr val="000000"/>
                </a:solidFill>
              </a:defRPr>
            </a:lvl4pPr>
            <a:lvl5pPr marL="2286000" lvl="4" indent="-317500" rtl="0">
              <a:spcBef>
                <a:spcPts val="1600"/>
              </a:spcBef>
              <a:spcAft>
                <a:spcPts val="0"/>
              </a:spcAft>
              <a:buClr>
                <a:srgbClr val="000000"/>
              </a:buClr>
              <a:buSzPts val="1400"/>
              <a:buAutoNum type="alphaLcPeriod"/>
              <a:defRPr>
                <a:solidFill>
                  <a:srgbClr val="000000"/>
                </a:solidFill>
              </a:defRPr>
            </a:lvl5pPr>
            <a:lvl6pPr marL="2743200" lvl="5" indent="-317500" rtl="0">
              <a:spcBef>
                <a:spcPts val="1600"/>
              </a:spcBef>
              <a:spcAft>
                <a:spcPts val="0"/>
              </a:spcAft>
              <a:buClr>
                <a:srgbClr val="000000"/>
              </a:buClr>
              <a:buSzPts val="1400"/>
              <a:buAutoNum type="romanLcPeriod"/>
              <a:defRPr>
                <a:solidFill>
                  <a:srgbClr val="000000"/>
                </a:solidFill>
              </a:defRPr>
            </a:lvl6pPr>
            <a:lvl7pPr marL="3200400" lvl="6" indent="-317500" rtl="0">
              <a:spcBef>
                <a:spcPts val="1600"/>
              </a:spcBef>
              <a:spcAft>
                <a:spcPts val="0"/>
              </a:spcAft>
              <a:buClr>
                <a:srgbClr val="000000"/>
              </a:buClr>
              <a:buSzPts val="1400"/>
              <a:buAutoNum type="arabicPeriod"/>
              <a:defRPr>
                <a:solidFill>
                  <a:srgbClr val="000000"/>
                </a:solidFill>
              </a:defRPr>
            </a:lvl7pPr>
            <a:lvl8pPr marL="3657600" lvl="7" indent="-317500" rtl="0">
              <a:spcBef>
                <a:spcPts val="1600"/>
              </a:spcBef>
              <a:spcAft>
                <a:spcPts val="0"/>
              </a:spcAft>
              <a:buClr>
                <a:srgbClr val="000000"/>
              </a:buClr>
              <a:buSzPts val="1400"/>
              <a:buAutoNum type="alphaLcPeriod"/>
              <a:defRPr>
                <a:solidFill>
                  <a:srgbClr val="000000"/>
                </a:solidFill>
              </a:defRPr>
            </a:lvl8pPr>
            <a:lvl9pPr marL="4114800" lvl="8" indent="-317500" rtl="0">
              <a:spcBef>
                <a:spcPts val="1600"/>
              </a:spcBef>
              <a:spcAft>
                <a:spcPts val="1600"/>
              </a:spcAft>
              <a:buClr>
                <a:srgbClr val="000000"/>
              </a:buClr>
              <a:buSzPts val="1400"/>
              <a:buAutoNum type="romanLcPeriod"/>
              <a:defRPr>
                <a:solidFill>
                  <a:srgbClr val="000000"/>
                </a:solidFill>
              </a:defRPr>
            </a:lvl9pPr>
          </a:lstStyle>
          <a:p>
            <a:endParaRPr/>
          </a:p>
        </p:txBody>
      </p:sp>
      <p:sp>
        <p:nvSpPr>
          <p:cNvPr id="159" name="Google Shape;159;p30"/>
          <p:cNvSpPr txBox="1">
            <a:spLocks noGrp="1"/>
          </p:cNvSpPr>
          <p:nvPr>
            <p:ph type="sldNum" idx="12"/>
          </p:nvPr>
        </p:nvSpPr>
        <p:spPr>
          <a:xfrm>
            <a:off x="8472458" y="47394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60"/>
        <p:cNvGrpSpPr/>
        <p:nvPr/>
      </p:nvGrpSpPr>
      <p:grpSpPr>
        <a:xfrm>
          <a:off x="0" y="0"/>
          <a:ext cx="0" cy="0"/>
          <a:chOff x="0" y="0"/>
          <a:chExt cx="0" cy="0"/>
        </a:xfrm>
      </p:grpSpPr>
      <p:sp>
        <p:nvSpPr>
          <p:cNvPr id="161" name="Google Shape;161;p31"/>
          <p:cNvSpPr txBox="1">
            <a:spLocks noGrp="1"/>
          </p:cNvSpPr>
          <p:nvPr>
            <p:ph type="body" idx="1"/>
          </p:nvPr>
        </p:nvSpPr>
        <p:spPr>
          <a:xfrm>
            <a:off x="311700" y="1190295"/>
            <a:ext cx="3999900" cy="3416400"/>
          </a:xfrm>
          <a:prstGeom prst="rect">
            <a:avLst/>
          </a:prstGeom>
        </p:spPr>
        <p:txBody>
          <a:bodyPr spcFirstLastPara="1" wrap="square" lIns="91425" tIns="91425" rIns="91425" bIns="91425" anchor="t" anchorCtr="0">
            <a:noAutofit/>
          </a:bodyPr>
          <a:lstStyle>
            <a:lvl1pPr marL="457200" lvl="0" indent="-381000" rtl="0">
              <a:spcBef>
                <a:spcPts val="0"/>
              </a:spcBef>
              <a:spcAft>
                <a:spcPts val="0"/>
              </a:spcAft>
              <a:buSzPts val="2400"/>
              <a:buChar char="●"/>
              <a:defRPr/>
            </a:lvl1pPr>
            <a:lvl2pPr marL="914400" lvl="1" indent="-342900" rtl="0">
              <a:spcBef>
                <a:spcPts val="0"/>
              </a:spcBef>
              <a:spcAft>
                <a:spcPts val="0"/>
              </a:spcAft>
              <a:buSzPts val="1800"/>
              <a:buChar char="○"/>
              <a:defRPr/>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162" name="Google Shape;162;p31"/>
          <p:cNvSpPr txBox="1">
            <a:spLocks noGrp="1"/>
          </p:cNvSpPr>
          <p:nvPr>
            <p:ph type="body" idx="2"/>
          </p:nvPr>
        </p:nvSpPr>
        <p:spPr>
          <a:xfrm>
            <a:off x="4832400" y="1190295"/>
            <a:ext cx="3999900" cy="3416400"/>
          </a:xfrm>
          <a:prstGeom prst="rect">
            <a:avLst/>
          </a:prstGeom>
        </p:spPr>
        <p:txBody>
          <a:bodyPr spcFirstLastPara="1" wrap="square" lIns="91425" tIns="91425" rIns="91425" bIns="91425" anchor="t" anchorCtr="0">
            <a:noAutofit/>
          </a:bodyPr>
          <a:lstStyle>
            <a:lvl1pPr marL="457200" lvl="0" indent="-381000" rtl="0">
              <a:spcBef>
                <a:spcPts val="0"/>
              </a:spcBef>
              <a:spcAft>
                <a:spcPts val="0"/>
              </a:spcAft>
              <a:buSzPts val="2400"/>
              <a:buChar char="●"/>
              <a:defRPr/>
            </a:lvl1pPr>
            <a:lvl2pPr marL="914400" lvl="1" indent="-342900" rtl="0">
              <a:spcBef>
                <a:spcPts val="0"/>
              </a:spcBef>
              <a:spcAft>
                <a:spcPts val="0"/>
              </a:spcAft>
              <a:buSzPts val="1800"/>
              <a:buChar char="○"/>
              <a:defRPr/>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163" name="Google Shape;163;p31"/>
          <p:cNvSpPr txBox="1">
            <a:spLocks noGrp="1"/>
          </p:cNvSpPr>
          <p:nvPr>
            <p:ph type="sldNum" idx="12"/>
          </p:nvPr>
        </p:nvSpPr>
        <p:spPr>
          <a:xfrm>
            <a:off x="8472458" y="47394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64" name="Google Shape;164;p31"/>
          <p:cNvSpPr/>
          <p:nvPr/>
        </p:nvSpPr>
        <p:spPr>
          <a:xfrm>
            <a:off x="-11200" y="-37825"/>
            <a:ext cx="9155100" cy="1018500"/>
          </a:xfrm>
          <a:prstGeom prst="rect">
            <a:avLst/>
          </a:prstGeom>
          <a:solidFill>
            <a:srgbClr val="4CAF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31"/>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AFAFA"/>
              </a:buClr>
              <a:buSzPts val="3600"/>
              <a:buNone/>
              <a:defRPr>
                <a:solidFill>
                  <a:srgbClr val="FAFAFA"/>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66"/>
        <p:cNvGrpSpPr/>
        <p:nvPr/>
      </p:nvGrpSpPr>
      <p:grpSpPr>
        <a:xfrm>
          <a:off x="0" y="0"/>
          <a:ext cx="0" cy="0"/>
          <a:chOff x="0" y="0"/>
          <a:chExt cx="0" cy="0"/>
        </a:xfrm>
      </p:grpSpPr>
      <p:sp>
        <p:nvSpPr>
          <p:cNvPr id="167" name="Google Shape;167;p32"/>
          <p:cNvSpPr txBox="1">
            <a:spLocks noGrp="1"/>
          </p:cNvSpPr>
          <p:nvPr>
            <p:ph type="sldNum" idx="12"/>
          </p:nvPr>
        </p:nvSpPr>
        <p:spPr>
          <a:xfrm>
            <a:off x="8472458" y="47394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68" name="Google Shape;168;p32"/>
          <p:cNvSpPr/>
          <p:nvPr/>
        </p:nvSpPr>
        <p:spPr>
          <a:xfrm>
            <a:off x="-11200" y="-37825"/>
            <a:ext cx="9155100" cy="1018500"/>
          </a:xfrm>
          <a:prstGeom prst="rect">
            <a:avLst/>
          </a:prstGeom>
          <a:solidFill>
            <a:srgbClr val="4CAF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32"/>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AFAFA"/>
              </a:buClr>
              <a:buSzPts val="3600"/>
              <a:buNone/>
              <a:defRPr>
                <a:solidFill>
                  <a:srgbClr val="FAFAFA"/>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70"/>
        <p:cNvGrpSpPr/>
        <p:nvPr/>
      </p:nvGrpSpPr>
      <p:grpSpPr>
        <a:xfrm>
          <a:off x="0" y="0"/>
          <a:ext cx="0" cy="0"/>
          <a:chOff x="0" y="0"/>
          <a:chExt cx="0" cy="0"/>
        </a:xfrm>
      </p:grpSpPr>
      <p:sp>
        <p:nvSpPr>
          <p:cNvPr id="171" name="Google Shape;171;p33"/>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72" name="Google Shape;172;p33"/>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173" name="Google Shape;173;p33"/>
          <p:cNvSpPr txBox="1">
            <a:spLocks noGrp="1"/>
          </p:cNvSpPr>
          <p:nvPr>
            <p:ph type="sldNum" idx="12"/>
          </p:nvPr>
        </p:nvSpPr>
        <p:spPr>
          <a:xfrm>
            <a:off x="8472458" y="47394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74"/>
        <p:cNvGrpSpPr/>
        <p:nvPr/>
      </p:nvGrpSpPr>
      <p:grpSpPr>
        <a:xfrm>
          <a:off x="0" y="0"/>
          <a:ext cx="0" cy="0"/>
          <a:chOff x="0" y="0"/>
          <a:chExt cx="0" cy="0"/>
        </a:xfrm>
      </p:grpSpPr>
      <p:sp>
        <p:nvSpPr>
          <p:cNvPr id="175" name="Google Shape;175;p34"/>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176" name="Google Shape;176;p34"/>
          <p:cNvSpPr txBox="1">
            <a:spLocks noGrp="1"/>
          </p:cNvSpPr>
          <p:nvPr>
            <p:ph type="sldNum" idx="12"/>
          </p:nvPr>
        </p:nvSpPr>
        <p:spPr>
          <a:xfrm>
            <a:off x="8472458" y="47394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77"/>
        <p:cNvGrpSpPr/>
        <p:nvPr/>
      </p:nvGrpSpPr>
      <p:grpSpPr>
        <a:xfrm>
          <a:off x="0" y="0"/>
          <a:ext cx="0" cy="0"/>
          <a:chOff x="0" y="0"/>
          <a:chExt cx="0" cy="0"/>
        </a:xfrm>
      </p:grpSpPr>
      <p:sp>
        <p:nvSpPr>
          <p:cNvPr id="178" name="Google Shape;178;p35"/>
          <p:cNvSpPr/>
          <p:nvPr/>
        </p:nvSpPr>
        <p:spPr>
          <a:xfrm>
            <a:off x="4572000" y="-125"/>
            <a:ext cx="4572000" cy="4660500"/>
          </a:xfrm>
          <a:prstGeom prst="rect">
            <a:avLst/>
          </a:prstGeom>
          <a:solidFill>
            <a:srgbClr val="4CAF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35"/>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80" name="Google Shape;180;p35"/>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181" name="Google Shape;181;p35"/>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81000" rtl="0">
              <a:spcBef>
                <a:spcPts val="0"/>
              </a:spcBef>
              <a:spcAft>
                <a:spcPts val="0"/>
              </a:spcAft>
              <a:buSzPts val="2400"/>
              <a:buChar char="●"/>
              <a:defRPr/>
            </a:lvl1pPr>
            <a:lvl2pPr marL="914400" lvl="1" indent="-342900" rtl="0">
              <a:spcBef>
                <a:spcPts val="0"/>
              </a:spcBef>
              <a:spcAft>
                <a:spcPts val="0"/>
              </a:spcAft>
              <a:buSzPts val="18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182" name="Google Shape;182;p35"/>
          <p:cNvSpPr txBox="1">
            <a:spLocks noGrp="1"/>
          </p:cNvSpPr>
          <p:nvPr>
            <p:ph type="sldNum" idx="12"/>
          </p:nvPr>
        </p:nvSpPr>
        <p:spPr>
          <a:xfrm>
            <a:off x="8472458" y="47394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83"/>
        <p:cNvGrpSpPr/>
        <p:nvPr/>
      </p:nvGrpSpPr>
      <p:grpSpPr>
        <a:xfrm>
          <a:off x="0" y="0"/>
          <a:ext cx="0" cy="0"/>
          <a:chOff x="0" y="0"/>
          <a:chExt cx="0" cy="0"/>
        </a:xfrm>
      </p:grpSpPr>
      <p:sp>
        <p:nvSpPr>
          <p:cNvPr id="184" name="Google Shape;184;p36"/>
          <p:cNvSpPr txBox="1">
            <a:spLocks noGrp="1"/>
          </p:cNvSpPr>
          <p:nvPr>
            <p:ph type="body" idx="1"/>
          </p:nvPr>
        </p:nvSpPr>
        <p:spPr>
          <a:xfrm>
            <a:off x="311700" y="3918598"/>
            <a:ext cx="5998800" cy="6051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SzPts val="2400"/>
              <a:buNone/>
              <a:defRPr/>
            </a:lvl1pPr>
          </a:lstStyle>
          <a:p>
            <a:endParaRPr/>
          </a:p>
        </p:txBody>
      </p:sp>
      <p:sp>
        <p:nvSpPr>
          <p:cNvPr id="185" name="Google Shape;185;p36"/>
          <p:cNvSpPr txBox="1">
            <a:spLocks noGrp="1"/>
          </p:cNvSpPr>
          <p:nvPr>
            <p:ph type="sldNum" idx="12"/>
          </p:nvPr>
        </p:nvSpPr>
        <p:spPr>
          <a:xfrm>
            <a:off x="8472458" y="47394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86"/>
        <p:cNvGrpSpPr/>
        <p:nvPr/>
      </p:nvGrpSpPr>
      <p:grpSpPr>
        <a:xfrm>
          <a:off x="0" y="0"/>
          <a:ext cx="0" cy="0"/>
          <a:chOff x="0" y="0"/>
          <a:chExt cx="0" cy="0"/>
        </a:xfrm>
      </p:grpSpPr>
      <p:sp>
        <p:nvSpPr>
          <p:cNvPr id="187" name="Google Shape;187;p37"/>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88" name="Google Shape;188;p37"/>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81000" algn="ctr" rtl="0">
              <a:spcBef>
                <a:spcPts val="0"/>
              </a:spcBef>
              <a:spcAft>
                <a:spcPts val="0"/>
              </a:spcAft>
              <a:buSzPts val="2400"/>
              <a:buChar char="●"/>
              <a:defRPr/>
            </a:lvl1pPr>
            <a:lvl2pPr marL="914400" lvl="1" indent="-342900" algn="ctr" rtl="0">
              <a:spcBef>
                <a:spcPts val="0"/>
              </a:spcBef>
              <a:spcAft>
                <a:spcPts val="0"/>
              </a:spcAft>
              <a:buSzPts val="1800"/>
              <a:buChar char="○"/>
              <a:defRPr/>
            </a:lvl2pPr>
            <a:lvl3pPr marL="1371600" lvl="2" indent="-317500" algn="ctr" rtl="0">
              <a:spcBef>
                <a:spcPts val="0"/>
              </a:spcBef>
              <a:spcAft>
                <a:spcPts val="0"/>
              </a:spcAft>
              <a:buSzPts val="1400"/>
              <a:buChar char="■"/>
              <a:defRPr/>
            </a:lvl3pPr>
            <a:lvl4pPr marL="1828800" lvl="3" indent="-317500" algn="ctr" rtl="0">
              <a:spcBef>
                <a:spcPts val="0"/>
              </a:spcBef>
              <a:spcAft>
                <a:spcPts val="0"/>
              </a:spcAft>
              <a:buSzPts val="1400"/>
              <a:buChar char="●"/>
              <a:defRPr/>
            </a:lvl4pPr>
            <a:lvl5pPr marL="2286000" lvl="4" indent="-317500" algn="ctr" rtl="0">
              <a:spcBef>
                <a:spcPts val="1600"/>
              </a:spcBef>
              <a:spcAft>
                <a:spcPts val="0"/>
              </a:spcAft>
              <a:buSzPts val="1400"/>
              <a:buChar char="○"/>
              <a:defRPr/>
            </a:lvl5pPr>
            <a:lvl6pPr marL="2743200" lvl="5" indent="-317500" algn="ctr" rtl="0">
              <a:spcBef>
                <a:spcPts val="1600"/>
              </a:spcBef>
              <a:spcAft>
                <a:spcPts val="0"/>
              </a:spcAft>
              <a:buSzPts val="1400"/>
              <a:buChar char="■"/>
              <a:defRPr/>
            </a:lvl6pPr>
            <a:lvl7pPr marL="3200400" lvl="6" indent="-317500" algn="ctr" rtl="0">
              <a:spcBef>
                <a:spcPts val="1600"/>
              </a:spcBef>
              <a:spcAft>
                <a:spcPts val="0"/>
              </a:spcAft>
              <a:buSzPts val="1400"/>
              <a:buChar char="●"/>
              <a:defRPr/>
            </a:lvl7pPr>
            <a:lvl8pPr marL="3657600" lvl="7" indent="-317500" algn="ctr" rtl="0">
              <a:spcBef>
                <a:spcPts val="1600"/>
              </a:spcBef>
              <a:spcAft>
                <a:spcPts val="0"/>
              </a:spcAft>
              <a:buSzPts val="1400"/>
              <a:buChar char="○"/>
              <a:defRPr/>
            </a:lvl8pPr>
            <a:lvl9pPr marL="4114800" lvl="8" indent="-317500" algn="ctr" rtl="0">
              <a:spcBef>
                <a:spcPts val="1600"/>
              </a:spcBef>
              <a:spcAft>
                <a:spcPts val="1600"/>
              </a:spcAft>
              <a:buSzPts val="1400"/>
              <a:buChar char="■"/>
              <a:defRPr/>
            </a:lvl9pPr>
          </a:lstStyle>
          <a:p>
            <a:endParaRPr/>
          </a:p>
        </p:txBody>
      </p:sp>
      <p:sp>
        <p:nvSpPr>
          <p:cNvPr id="189" name="Google Shape;189;p37"/>
          <p:cNvSpPr txBox="1">
            <a:spLocks noGrp="1"/>
          </p:cNvSpPr>
          <p:nvPr>
            <p:ph type="sldNum" idx="12"/>
          </p:nvPr>
        </p:nvSpPr>
        <p:spPr>
          <a:xfrm>
            <a:off x="8472458" y="47394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90"/>
        <p:cNvGrpSpPr/>
        <p:nvPr/>
      </p:nvGrpSpPr>
      <p:grpSpPr>
        <a:xfrm>
          <a:off x="0" y="0"/>
          <a:ext cx="0" cy="0"/>
          <a:chOff x="0" y="0"/>
          <a:chExt cx="0" cy="0"/>
        </a:xfrm>
      </p:grpSpPr>
      <p:pic>
        <p:nvPicPr>
          <p:cNvPr id="191" name="Google Shape;191;p38" descr="Android-Developer-Cover.jpg"/>
          <p:cNvPicPr preferRelativeResize="0"/>
          <p:nvPr/>
        </p:nvPicPr>
        <p:blipFill>
          <a:blip r:embed="rId2">
            <a:alphaModFix/>
          </a:blip>
          <a:stretch>
            <a:fillRect/>
          </a:stretch>
        </p:blipFill>
        <p:spPr>
          <a:xfrm>
            <a:off x="0" y="0"/>
            <a:ext cx="9144000" cy="5143500"/>
          </a:xfrm>
          <a:prstGeom prst="rect">
            <a:avLst/>
          </a:prstGeom>
          <a:noFill/>
          <a:ln>
            <a:noFill/>
          </a:ln>
        </p:spPr>
      </p:pic>
      <p:pic>
        <p:nvPicPr>
          <p:cNvPr id="192" name="Google Shape;192;p38" descr="footer.png"/>
          <p:cNvPicPr preferRelativeResize="0"/>
          <p:nvPr/>
        </p:nvPicPr>
        <p:blipFill rotWithShape="1">
          <a:blip r:embed="rId3">
            <a:alphaModFix/>
          </a:blip>
          <a:srcRect/>
          <a:stretch/>
        </p:blipFill>
        <p:spPr>
          <a:xfrm>
            <a:off x="0" y="0"/>
            <a:ext cx="9144000" cy="5143500"/>
          </a:xfrm>
          <a:prstGeom prst="rect">
            <a:avLst/>
          </a:prstGeom>
          <a:noFill/>
          <a:ln>
            <a:noFill/>
          </a:ln>
        </p:spPr>
      </p:pic>
      <p:sp>
        <p:nvSpPr>
          <p:cNvPr id="193" name="Google Shape;193;p38"/>
          <p:cNvSpPr txBox="1"/>
          <p:nvPr/>
        </p:nvSpPr>
        <p:spPr>
          <a:xfrm>
            <a:off x="2381682" y="4761375"/>
            <a:ext cx="2219100" cy="229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pPr>
            <a:r>
              <a:rPr lang="en" sz="1000" b="1">
                <a:solidFill>
                  <a:srgbClr val="757575"/>
                </a:solidFill>
                <a:latin typeface="Roboto"/>
                <a:ea typeface="Roboto"/>
                <a:cs typeface="Roboto"/>
                <a:sym typeface="Roboto"/>
              </a:rPr>
              <a:t>Android Developer Fundamentals </a:t>
            </a:r>
            <a:endParaRPr sz="1000">
              <a:solidFill>
                <a:srgbClr val="757575"/>
              </a:solidFill>
              <a:latin typeface="Roboto"/>
              <a:ea typeface="Roboto"/>
              <a:cs typeface="Roboto"/>
              <a:sym typeface="Roboto"/>
            </a:endParaRPr>
          </a:p>
        </p:txBody>
      </p:sp>
      <p:sp>
        <p:nvSpPr>
          <p:cNvPr id="194" name="Google Shape;194;p38"/>
          <p:cNvSpPr txBox="1">
            <a:spLocks noGrp="1"/>
          </p:cNvSpPr>
          <p:nvPr>
            <p:ph type="sldNum" idx="12"/>
          </p:nvPr>
        </p:nvSpPr>
        <p:spPr>
          <a:xfrm>
            <a:off x="8472458" y="47394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95" name="Google Shape;195;p38"/>
          <p:cNvSpPr txBox="1">
            <a:spLocks noGrp="1"/>
          </p:cNvSpPr>
          <p:nvPr>
            <p:ph type="sldNum" idx="2"/>
          </p:nvPr>
        </p:nvSpPr>
        <p:spPr>
          <a:xfrm>
            <a:off x="8472458" y="4739417"/>
            <a:ext cx="548700" cy="393600"/>
          </a:xfrm>
          <a:prstGeom prst="rect">
            <a:avLst/>
          </a:prstGeom>
        </p:spPr>
        <p:txBody>
          <a:bodyPr spcFirstLastPara="1" wrap="square" lIns="91425" tIns="91425" rIns="91425" bIns="91425" anchor="ctr" anchorCtr="0">
            <a:noAutofit/>
          </a:bodyPr>
          <a:lstStyle>
            <a:lvl1pPr lvl="0" algn="r" rtl="0">
              <a:buNone/>
              <a:defRPr sz="1000">
                <a:solidFill>
                  <a:schemeClr val="dk2"/>
                </a:solidFill>
              </a:defRPr>
            </a:lvl1pPr>
            <a:lvl2pPr lvl="1" algn="r" rtl="0">
              <a:buNone/>
              <a:defRPr sz="1000">
                <a:solidFill>
                  <a:schemeClr val="dk2"/>
                </a:solidFill>
              </a:defRPr>
            </a:lvl2pPr>
            <a:lvl3pPr lvl="2" algn="r" rtl="0">
              <a:buNone/>
              <a:defRPr sz="1000">
                <a:solidFill>
                  <a:schemeClr val="dk2"/>
                </a:solidFill>
              </a:defRPr>
            </a:lvl3pPr>
            <a:lvl4pPr lvl="3" algn="r" rtl="0">
              <a:buNone/>
              <a:defRPr sz="1000">
                <a:solidFill>
                  <a:schemeClr val="dk2"/>
                </a:solidFill>
              </a:defRPr>
            </a:lvl4pPr>
            <a:lvl5pPr lvl="4" algn="r" rtl="0">
              <a:buNone/>
              <a:defRPr sz="1000">
                <a:solidFill>
                  <a:schemeClr val="dk2"/>
                </a:solidFill>
              </a:defRPr>
            </a:lvl5pPr>
            <a:lvl6pPr lvl="5" algn="r" rtl="0">
              <a:buNone/>
              <a:defRPr sz="1000">
                <a:solidFill>
                  <a:schemeClr val="dk2"/>
                </a:solidFill>
              </a:defRPr>
            </a:lvl6pPr>
            <a:lvl7pPr lvl="6" algn="r" rtl="0">
              <a:buNone/>
              <a:defRPr sz="1000">
                <a:solidFill>
                  <a:schemeClr val="dk2"/>
                </a:solidFill>
              </a:defRPr>
            </a:lvl7pPr>
            <a:lvl8pPr lvl="7" algn="r" rtl="0">
              <a:buNone/>
              <a:defRPr sz="1000">
                <a:solidFill>
                  <a:schemeClr val="dk2"/>
                </a:solidFill>
              </a:defRPr>
            </a:lvl8pPr>
            <a:lvl9pPr lvl="8" algn="r" rtl="0">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196" name="Google Shape;196;p38"/>
          <p:cNvSpPr txBox="1">
            <a:spLocks noGrp="1"/>
          </p:cNvSpPr>
          <p:nvPr>
            <p:ph type="title"/>
          </p:nvPr>
        </p:nvSpPr>
        <p:spPr>
          <a:xfrm>
            <a:off x="265500" y="1928011"/>
            <a:ext cx="40452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FAFAFA"/>
              </a:buClr>
              <a:buSzPts val="4200"/>
              <a:buNone/>
              <a:defRPr sz="4200">
                <a:solidFill>
                  <a:srgbClr val="FAFAFA"/>
                </a:solidFill>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97" name="Google Shape;197;p38"/>
          <p:cNvSpPr txBox="1">
            <a:spLocks noGrp="1"/>
          </p:cNvSpPr>
          <p:nvPr>
            <p:ph type="subTitle" idx="1"/>
          </p:nvPr>
        </p:nvSpPr>
        <p:spPr>
          <a:xfrm>
            <a:off x="265500" y="3497911"/>
            <a:ext cx="4045200" cy="1235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AFAFA"/>
              </a:buClr>
              <a:buSzPts val="2100"/>
              <a:buNone/>
              <a:defRPr sz="2100">
                <a:solidFill>
                  <a:srgbClr val="FAFAFA"/>
                </a:solidFill>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198" name="Google Shape;198;p38"/>
          <p:cNvSpPr txBox="1">
            <a:spLocks noGrp="1"/>
          </p:cNvSpPr>
          <p:nvPr>
            <p:ph type="sldNum" idx="3"/>
          </p:nvPr>
        </p:nvSpPr>
        <p:spPr>
          <a:xfrm>
            <a:off x="8472458" y="4739417"/>
            <a:ext cx="548700" cy="393600"/>
          </a:xfrm>
          <a:prstGeom prst="rect">
            <a:avLst/>
          </a:prstGeom>
        </p:spPr>
        <p:txBody>
          <a:bodyPr spcFirstLastPara="1" wrap="square" lIns="91425" tIns="91425" rIns="91425" bIns="91425" anchor="ctr" anchorCtr="0">
            <a:noAutofit/>
          </a:bodyPr>
          <a:lstStyle>
            <a:lvl1pPr lvl="0" algn="r" rtl="0">
              <a:buNone/>
              <a:defRPr sz="1000">
                <a:solidFill>
                  <a:schemeClr val="dk2"/>
                </a:solidFill>
              </a:defRPr>
            </a:lvl1pPr>
            <a:lvl2pPr lvl="1" algn="r" rtl="0">
              <a:buNone/>
              <a:defRPr sz="1000">
                <a:solidFill>
                  <a:schemeClr val="dk2"/>
                </a:solidFill>
              </a:defRPr>
            </a:lvl2pPr>
            <a:lvl3pPr lvl="2" algn="r" rtl="0">
              <a:buNone/>
              <a:defRPr sz="1000">
                <a:solidFill>
                  <a:schemeClr val="dk2"/>
                </a:solidFill>
              </a:defRPr>
            </a:lvl3pPr>
            <a:lvl4pPr lvl="3" algn="r" rtl="0">
              <a:buNone/>
              <a:defRPr sz="1000">
                <a:solidFill>
                  <a:schemeClr val="dk2"/>
                </a:solidFill>
              </a:defRPr>
            </a:lvl4pPr>
            <a:lvl5pPr lvl="4" algn="r" rtl="0">
              <a:buNone/>
              <a:defRPr sz="1000">
                <a:solidFill>
                  <a:schemeClr val="dk2"/>
                </a:solidFill>
              </a:defRPr>
            </a:lvl5pPr>
            <a:lvl6pPr lvl="5" algn="r" rtl="0">
              <a:buNone/>
              <a:defRPr sz="1000">
                <a:solidFill>
                  <a:schemeClr val="dk2"/>
                </a:solidFill>
              </a:defRPr>
            </a:lvl6pPr>
            <a:lvl7pPr lvl="6" algn="r" rtl="0">
              <a:buNone/>
              <a:defRPr sz="1000">
                <a:solidFill>
                  <a:schemeClr val="dk2"/>
                </a:solidFill>
              </a:defRPr>
            </a:lvl7pPr>
            <a:lvl8pPr lvl="7" algn="r" rtl="0">
              <a:buNone/>
              <a:defRPr sz="1000">
                <a:solidFill>
                  <a:schemeClr val="dk2"/>
                </a:solidFill>
              </a:defRPr>
            </a:lvl8pPr>
            <a:lvl9pPr lvl="8" algn="r" rtl="0">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199" name="Google Shape;199;p38"/>
          <p:cNvSpPr txBox="1">
            <a:spLocks noGrp="1"/>
          </p:cNvSpPr>
          <p:nvPr>
            <p:ph type="subTitle" idx="4"/>
          </p:nvPr>
        </p:nvSpPr>
        <p:spPr>
          <a:xfrm>
            <a:off x="265500" y="564125"/>
            <a:ext cx="4045200" cy="524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None/>
              <a:defRPr sz="1600">
                <a:solidFill>
                  <a:srgbClr val="FAFAFA"/>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pic>
        <p:nvPicPr>
          <p:cNvPr id="200" name="Google Shape;200;p38"/>
          <p:cNvPicPr preferRelativeResize="0"/>
          <p:nvPr/>
        </p:nvPicPr>
        <p:blipFill>
          <a:blip r:embed="rId4">
            <a:alphaModFix/>
          </a:blip>
          <a:stretch>
            <a:fillRect/>
          </a:stretch>
        </p:blipFill>
        <p:spPr>
          <a:xfrm>
            <a:off x="7833525" y="4777350"/>
            <a:ext cx="908100" cy="317725"/>
          </a:xfrm>
          <a:prstGeom prst="rect">
            <a:avLst/>
          </a:prstGeom>
          <a:noFill/>
          <a:ln>
            <a:noFill/>
          </a:ln>
        </p:spPr>
      </p:pic>
      <p:sp>
        <p:nvSpPr>
          <p:cNvPr id="201" name="Google Shape;201;p38"/>
          <p:cNvSpPr txBox="1"/>
          <p:nvPr/>
        </p:nvSpPr>
        <p:spPr>
          <a:xfrm>
            <a:off x="5610875" y="4618725"/>
            <a:ext cx="2158500" cy="515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i="1">
                <a:solidFill>
                  <a:srgbClr val="666666"/>
                </a:solidFill>
                <a:latin typeface="Roboto"/>
                <a:ea typeface="Roboto"/>
                <a:cs typeface="Roboto"/>
                <a:sym typeface="Roboto"/>
              </a:rPr>
              <a:t>This work is licensed under a </a:t>
            </a:r>
            <a:r>
              <a:rPr lang="en" sz="900" i="1" u="sng">
                <a:solidFill>
                  <a:srgbClr val="666666"/>
                </a:solidFill>
                <a:latin typeface="Roboto"/>
                <a:ea typeface="Roboto"/>
                <a:cs typeface="Roboto"/>
                <a:sym typeface="Roboto"/>
                <a:hlinkClick r:id="rId5">
                  <a:extLst>
                    <a:ext uri="{A12FA001-AC4F-418D-AE19-62706E023703}">
                      <ahyp:hlinkClr xmlns:ahyp="http://schemas.microsoft.com/office/drawing/2018/hyperlinkcolor" val="tx"/>
                    </a:ext>
                  </a:extLst>
                </a:hlinkClick>
              </a:rPr>
              <a:t>Creative Commons Attribution-NonCommercial 4.0 International License</a:t>
            </a:r>
            <a:endParaRPr sz="900" i="1">
              <a:solidFill>
                <a:srgbClr val="666666"/>
              </a:solidFill>
              <a:latin typeface="Roboto"/>
              <a:ea typeface="Roboto"/>
              <a:cs typeface="Roboto"/>
              <a:sym typeface="Roboto"/>
            </a:endParaRPr>
          </a:p>
        </p:txBody>
      </p:sp>
      <p:sp>
        <p:nvSpPr>
          <p:cNvPr id="202" name="Google Shape;202;p38"/>
          <p:cNvSpPr txBox="1"/>
          <p:nvPr/>
        </p:nvSpPr>
        <p:spPr>
          <a:xfrm>
            <a:off x="4407225" y="4663950"/>
            <a:ext cx="1150800" cy="393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n" sz="1000" b="1">
                <a:solidFill>
                  <a:srgbClr val="757575"/>
                </a:solidFill>
                <a:latin typeface="Roboto"/>
                <a:ea typeface="Roboto"/>
                <a:cs typeface="Roboto"/>
                <a:sym typeface="Roboto"/>
              </a:rPr>
              <a:t>Introduction to Android</a:t>
            </a:r>
            <a:endParaRPr sz="1000">
              <a:solidFill>
                <a:srgbClr val="757575"/>
              </a:solidFill>
              <a:latin typeface="Roboto"/>
              <a:ea typeface="Roboto"/>
              <a:cs typeface="Roboto"/>
              <a:sym typeface="Roboto"/>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203"/>
        <p:cNvGrpSpPr/>
        <p:nvPr/>
      </p:nvGrpSpPr>
      <p:grpSpPr>
        <a:xfrm>
          <a:off x="0" y="0"/>
          <a:ext cx="0" cy="0"/>
          <a:chOff x="0" y="0"/>
          <a:chExt cx="0" cy="0"/>
        </a:xfrm>
      </p:grpSpPr>
      <p:sp>
        <p:nvSpPr>
          <p:cNvPr id="204" name="Google Shape;204;p39"/>
          <p:cNvSpPr txBox="1">
            <a:spLocks noGrp="1"/>
          </p:cNvSpPr>
          <p:nvPr>
            <p:ph type="sldNum" idx="12"/>
          </p:nvPr>
        </p:nvSpPr>
        <p:spPr>
          <a:xfrm>
            <a:off x="8472458" y="47394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theme" Target="../theme/theme2.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2" Type="http://schemas.openxmlformats.org/officeDocument/2006/relationships/slideLayout" Target="../slideLayouts/slideLayout12.xml"/><Relationship Id="rId16" Type="http://schemas.openxmlformats.org/officeDocument/2006/relationships/image" Target="../media/image3.png"/><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5" Type="http://schemas.openxmlformats.org/officeDocument/2006/relationships/hyperlink" Target="https://creativecommons.org/licenses/by/4.0/" TargetMode="Externa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FFFFFF"/>
        </a:solidFill>
        <a:effectLst/>
      </p:bgPr>
    </p:bg>
    <p:spTree>
      <p:nvGrpSpPr>
        <p:cNvPr id="1" name="Shape 5"/>
        <p:cNvGrpSpPr/>
        <p:nvPr/>
      </p:nvGrpSpPr>
      <p:grpSpPr>
        <a:xfrm>
          <a:off x="0" y="0"/>
          <a:ext cx="0" cy="0"/>
          <a:chOff x="0" y="0"/>
          <a:chExt cx="0" cy="0"/>
        </a:xfrm>
      </p:grpSpPr>
      <p:pic>
        <p:nvPicPr>
          <p:cNvPr id="6" name="Google Shape;6;p1" descr="footer.png"/>
          <p:cNvPicPr preferRelativeResize="0"/>
          <p:nvPr/>
        </p:nvPicPr>
        <p:blipFill rotWithShape="1">
          <a:blip r:embed="rId12">
            <a:alphaModFix/>
          </a:blip>
          <a:srcRect l="26683" t="88828"/>
          <a:stretch/>
        </p:blipFill>
        <p:spPr>
          <a:xfrm>
            <a:off x="0" y="4568874"/>
            <a:ext cx="9144000" cy="574625"/>
          </a:xfrm>
          <a:prstGeom prst="rect">
            <a:avLst/>
          </a:prstGeom>
          <a:noFill/>
          <a:ln>
            <a:noFill/>
          </a:ln>
        </p:spPr>
      </p:pic>
      <p:sp>
        <p:nvSpPr>
          <p:cNvPr id="7" name="Google Shape;7;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rgbClr val="4CAF50"/>
              </a:buClr>
              <a:buSzPts val="3600"/>
              <a:buFont typeface="Roboto"/>
              <a:buNone/>
              <a:defRPr sz="3600" b="1">
                <a:solidFill>
                  <a:srgbClr val="4CAF50"/>
                </a:solidFill>
                <a:latin typeface="Roboto"/>
                <a:ea typeface="Roboto"/>
                <a:cs typeface="Roboto"/>
                <a:sym typeface="Roboto"/>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8" name="Google Shape;8;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81000">
              <a:lnSpc>
                <a:spcPct val="150000"/>
              </a:lnSpc>
              <a:spcBef>
                <a:spcPts val="0"/>
              </a:spcBef>
              <a:spcAft>
                <a:spcPts val="0"/>
              </a:spcAft>
              <a:buSzPts val="2400"/>
              <a:buFont typeface="Roboto"/>
              <a:buChar char="●"/>
              <a:defRPr sz="2400">
                <a:latin typeface="Roboto"/>
                <a:ea typeface="Roboto"/>
                <a:cs typeface="Roboto"/>
                <a:sym typeface="Roboto"/>
              </a:defRPr>
            </a:lvl1pPr>
            <a:lvl2pPr marL="914400" lvl="1" indent="-342900">
              <a:lnSpc>
                <a:spcPct val="150000"/>
              </a:lnSpc>
              <a:spcBef>
                <a:spcPts val="0"/>
              </a:spcBef>
              <a:spcAft>
                <a:spcPts val="0"/>
              </a:spcAft>
              <a:buSzPts val="1800"/>
              <a:buFont typeface="Roboto"/>
              <a:buChar char="○"/>
              <a:defRPr sz="1800">
                <a:latin typeface="Roboto"/>
                <a:ea typeface="Roboto"/>
                <a:cs typeface="Roboto"/>
                <a:sym typeface="Roboto"/>
              </a:defRPr>
            </a:lvl2pPr>
            <a:lvl3pPr marL="1371600" lvl="2" indent="-317500">
              <a:lnSpc>
                <a:spcPct val="150000"/>
              </a:lnSpc>
              <a:spcBef>
                <a:spcPts val="0"/>
              </a:spcBef>
              <a:spcAft>
                <a:spcPts val="0"/>
              </a:spcAft>
              <a:buSzPts val="1400"/>
              <a:buFont typeface="Roboto"/>
              <a:buChar char="■"/>
              <a:defRPr>
                <a:latin typeface="Roboto"/>
                <a:ea typeface="Roboto"/>
                <a:cs typeface="Roboto"/>
                <a:sym typeface="Roboto"/>
              </a:defRPr>
            </a:lvl3pPr>
            <a:lvl4pPr marL="1828800" lvl="3" indent="-317500">
              <a:lnSpc>
                <a:spcPct val="115000"/>
              </a:lnSpc>
              <a:spcBef>
                <a:spcPts val="0"/>
              </a:spcBef>
              <a:spcAft>
                <a:spcPts val="0"/>
              </a:spcAft>
              <a:buSzPts val="1400"/>
              <a:buFont typeface="Roboto"/>
              <a:buChar char="●"/>
              <a:defRPr>
                <a:latin typeface="Roboto"/>
                <a:ea typeface="Roboto"/>
                <a:cs typeface="Roboto"/>
                <a:sym typeface="Roboto"/>
              </a:defRPr>
            </a:lvl4pPr>
            <a:lvl5pPr marL="2286000" lvl="4" indent="-317500">
              <a:lnSpc>
                <a:spcPct val="115000"/>
              </a:lnSpc>
              <a:spcBef>
                <a:spcPts val="1600"/>
              </a:spcBef>
              <a:spcAft>
                <a:spcPts val="0"/>
              </a:spcAft>
              <a:buSzPts val="1400"/>
              <a:buFont typeface="Roboto"/>
              <a:buChar char="○"/>
              <a:defRPr>
                <a:latin typeface="Roboto"/>
                <a:ea typeface="Roboto"/>
                <a:cs typeface="Roboto"/>
                <a:sym typeface="Roboto"/>
              </a:defRPr>
            </a:lvl5pPr>
            <a:lvl6pPr marL="2743200" lvl="5" indent="-317500">
              <a:lnSpc>
                <a:spcPct val="115000"/>
              </a:lnSpc>
              <a:spcBef>
                <a:spcPts val="1600"/>
              </a:spcBef>
              <a:spcAft>
                <a:spcPts val="0"/>
              </a:spcAft>
              <a:buSzPts val="1400"/>
              <a:buFont typeface="Roboto"/>
              <a:buChar char="■"/>
              <a:defRPr>
                <a:latin typeface="Roboto"/>
                <a:ea typeface="Roboto"/>
                <a:cs typeface="Roboto"/>
                <a:sym typeface="Roboto"/>
              </a:defRPr>
            </a:lvl6pPr>
            <a:lvl7pPr marL="3200400" lvl="6" indent="-317500">
              <a:lnSpc>
                <a:spcPct val="115000"/>
              </a:lnSpc>
              <a:spcBef>
                <a:spcPts val="1600"/>
              </a:spcBef>
              <a:spcAft>
                <a:spcPts val="0"/>
              </a:spcAft>
              <a:buSzPts val="1400"/>
              <a:buFont typeface="Roboto"/>
              <a:buChar char="●"/>
              <a:defRPr>
                <a:latin typeface="Roboto"/>
                <a:ea typeface="Roboto"/>
                <a:cs typeface="Roboto"/>
                <a:sym typeface="Roboto"/>
              </a:defRPr>
            </a:lvl7pPr>
            <a:lvl8pPr marL="3657600" lvl="7" indent="-317500">
              <a:lnSpc>
                <a:spcPct val="115000"/>
              </a:lnSpc>
              <a:spcBef>
                <a:spcPts val="1600"/>
              </a:spcBef>
              <a:spcAft>
                <a:spcPts val="0"/>
              </a:spcAft>
              <a:buSzPts val="1400"/>
              <a:buFont typeface="Roboto"/>
              <a:buChar char="○"/>
              <a:defRPr>
                <a:latin typeface="Roboto"/>
                <a:ea typeface="Roboto"/>
                <a:cs typeface="Roboto"/>
                <a:sym typeface="Roboto"/>
              </a:defRPr>
            </a:lvl8pPr>
            <a:lvl9pPr marL="4114800" lvl="8" indent="-317500">
              <a:lnSpc>
                <a:spcPct val="115000"/>
              </a:lnSpc>
              <a:spcBef>
                <a:spcPts val="1600"/>
              </a:spcBef>
              <a:spcAft>
                <a:spcPts val="1600"/>
              </a:spcAft>
              <a:buSzPts val="1400"/>
              <a:buFont typeface="Roboto"/>
              <a:buChar char="■"/>
              <a:defRPr>
                <a:latin typeface="Roboto"/>
                <a:ea typeface="Roboto"/>
                <a:cs typeface="Roboto"/>
                <a:sym typeface="Roboto"/>
              </a:defRPr>
            </a:lvl9pPr>
          </a:lstStyle>
          <a:p>
            <a:endParaRPr/>
          </a:p>
        </p:txBody>
      </p:sp>
      <p:sp>
        <p:nvSpPr>
          <p:cNvPr id="9" name="Google Shape;9;p1"/>
          <p:cNvSpPr txBox="1">
            <a:spLocks noGrp="1"/>
          </p:cNvSpPr>
          <p:nvPr>
            <p:ph type="sldNum" idx="12"/>
          </p:nvPr>
        </p:nvSpPr>
        <p:spPr>
          <a:xfrm>
            <a:off x="8548658" y="47394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10" name="Google Shape;10;p1"/>
          <p:cNvSpPr txBox="1"/>
          <p:nvPr/>
        </p:nvSpPr>
        <p:spPr>
          <a:xfrm>
            <a:off x="9303675" y="2108450"/>
            <a:ext cx="5446200" cy="63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2" r:id="rId4"/>
    <p:sldLayoutId id="2147483653" r:id="rId5"/>
    <p:sldLayoutId id="2147483654" r:id="rId6"/>
    <p:sldLayoutId id="2147483655" r:id="rId7"/>
    <p:sldLayoutId id="2147483656" r:id="rId8"/>
    <p:sldLayoutId id="2147483657" r:id="rId9"/>
    <p:sldLayoutId id="2147483658"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FFFFFF"/>
        </a:solidFill>
        <a:effectLst/>
      </p:bgPr>
    </p:bg>
    <p:spTree>
      <p:nvGrpSpPr>
        <p:cNvPr id="1" name="Shape 138"/>
        <p:cNvGrpSpPr/>
        <p:nvPr/>
      </p:nvGrpSpPr>
      <p:grpSpPr>
        <a:xfrm>
          <a:off x="0" y="0"/>
          <a:ext cx="0" cy="0"/>
          <a:chOff x="0" y="0"/>
          <a:chExt cx="0" cy="0"/>
        </a:xfrm>
      </p:grpSpPr>
      <p:pic>
        <p:nvPicPr>
          <p:cNvPr id="139" name="Google Shape;139;p27" descr="footer.png"/>
          <p:cNvPicPr preferRelativeResize="0"/>
          <p:nvPr/>
        </p:nvPicPr>
        <p:blipFill rotWithShape="1">
          <a:blip r:embed="rId14">
            <a:alphaModFix/>
          </a:blip>
          <a:srcRect/>
          <a:stretch/>
        </p:blipFill>
        <p:spPr>
          <a:xfrm>
            <a:off x="0" y="0"/>
            <a:ext cx="9144000" cy="5143500"/>
          </a:xfrm>
          <a:prstGeom prst="rect">
            <a:avLst/>
          </a:prstGeom>
          <a:noFill/>
          <a:ln>
            <a:noFill/>
          </a:ln>
        </p:spPr>
      </p:pic>
      <p:sp>
        <p:nvSpPr>
          <p:cNvPr id="140" name="Google Shape;140;p2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rgbClr val="4CAF50"/>
              </a:buClr>
              <a:buSzPts val="3600"/>
              <a:buFont typeface="Roboto"/>
              <a:buNone/>
              <a:defRPr sz="3600" b="1">
                <a:solidFill>
                  <a:srgbClr val="4CAF50"/>
                </a:solidFill>
                <a:latin typeface="Roboto"/>
                <a:ea typeface="Roboto"/>
                <a:cs typeface="Roboto"/>
                <a:sym typeface="Roboto"/>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141" name="Google Shape;141;p2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81000" rtl="0">
              <a:lnSpc>
                <a:spcPct val="150000"/>
              </a:lnSpc>
              <a:spcBef>
                <a:spcPts val="0"/>
              </a:spcBef>
              <a:spcAft>
                <a:spcPts val="0"/>
              </a:spcAft>
              <a:buClr>
                <a:srgbClr val="424242"/>
              </a:buClr>
              <a:buSzPts val="2400"/>
              <a:buFont typeface="Roboto"/>
              <a:buChar char="●"/>
              <a:defRPr sz="2400">
                <a:solidFill>
                  <a:srgbClr val="424242"/>
                </a:solidFill>
                <a:latin typeface="Roboto"/>
                <a:ea typeface="Roboto"/>
                <a:cs typeface="Roboto"/>
                <a:sym typeface="Roboto"/>
              </a:defRPr>
            </a:lvl1pPr>
            <a:lvl2pPr marL="914400" lvl="1" indent="-342900" rtl="0">
              <a:lnSpc>
                <a:spcPct val="150000"/>
              </a:lnSpc>
              <a:spcBef>
                <a:spcPts val="0"/>
              </a:spcBef>
              <a:spcAft>
                <a:spcPts val="0"/>
              </a:spcAft>
              <a:buClr>
                <a:srgbClr val="424242"/>
              </a:buClr>
              <a:buSzPts val="1800"/>
              <a:buFont typeface="Roboto"/>
              <a:buChar char="○"/>
              <a:defRPr sz="1800">
                <a:solidFill>
                  <a:srgbClr val="424242"/>
                </a:solidFill>
                <a:latin typeface="Roboto"/>
                <a:ea typeface="Roboto"/>
                <a:cs typeface="Roboto"/>
                <a:sym typeface="Roboto"/>
              </a:defRPr>
            </a:lvl2pPr>
            <a:lvl3pPr marL="1371600" lvl="2" indent="-317500" rtl="0">
              <a:lnSpc>
                <a:spcPct val="150000"/>
              </a:lnSpc>
              <a:spcBef>
                <a:spcPts val="0"/>
              </a:spcBef>
              <a:spcAft>
                <a:spcPts val="0"/>
              </a:spcAft>
              <a:buClr>
                <a:srgbClr val="424242"/>
              </a:buClr>
              <a:buSzPts val="1400"/>
              <a:buFont typeface="Roboto"/>
              <a:buChar char="■"/>
              <a:defRPr>
                <a:solidFill>
                  <a:srgbClr val="424242"/>
                </a:solidFill>
                <a:latin typeface="Roboto"/>
                <a:ea typeface="Roboto"/>
                <a:cs typeface="Roboto"/>
                <a:sym typeface="Roboto"/>
              </a:defRPr>
            </a:lvl3pPr>
            <a:lvl4pPr marL="1828800" lvl="3" indent="-317500" rtl="0">
              <a:lnSpc>
                <a:spcPct val="115000"/>
              </a:lnSpc>
              <a:spcBef>
                <a:spcPts val="0"/>
              </a:spcBef>
              <a:spcAft>
                <a:spcPts val="0"/>
              </a:spcAft>
              <a:buClr>
                <a:srgbClr val="424242"/>
              </a:buClr>
              <a:buSzPts val="1400"/>
              <a:buFont typeface="Roboto"/>
              <a:buChar char="●"/>
              <a:defRPr>
                <a:solidFill>
                  <a:srgbClr val="424242"/>
                </a:solidFill>
                <a:latin typeface="Roboto"/>
                <a:ea typeface="Roboto"/>
                <a:cs typeface="Roboto"/>
                <a:sym typeface="Roboto"/>
              </a:defRPr>
            </a:lvl4pPr>
            <a:lvl5pPr marL="2286000" lvl="4" indent="-317500" rtl="0">
              <a:lnSpc>
                <a:spcPct val="115000"/>
              </a:lnSpc>
              <a:spcBef>
                <a:spcPts val="1600"/>
              </a:spcBef>
              <a:spcAft>
                <a:spcPts val="0"/>
              </a:spcAft>
              <a:buClr>
                <a:srgbClr val="424242"/>
              </a:buClr>
              <a:buSzPts val="1400"/>
              <a:buFont typeface="Roboto"/>
              <a:buChar char="○"/>
              <a:defRPr>
                <a:solidFill>
                  <a:srgbClr val="424242"/>
                </a:solidFill>
                <a:latin typeface="Roboto"/>
                <a:ea typeface="Roboto"/>
                <a:cs typeface="Roboto"/>
                <a:sym typeface="Roboto"/>
              </a:defRPr>
            </a:lvl5pPr>
            <a:lvl6pPr marL="2743200" lvl="5" indent="-317500" rtl="0">
              <a:lnSpc>
                <a:spcPct val="115000"/>
              </a:lnSpc>
              <a:spcBef>
                <a:spcPts val="1600"/>
              </a:spcBef>
              <a:spcAft>
                <a:spcPts val="0"/>
              </a:spcAft>
              <a:buClr>
                <a:srgbClr val="424242"/>
              </a:buClr>
              <a:buSzPts val="1400"/>
              <a:buFont typeface="Roboto"/>
              <a:buChar char="■"/>
              <a:defRPr>
                <a:solidFill>
                  <a:srgbClr val="424242"/>
                </a:solidFill>
                <a:latin typeface="Roboto"/>
                <a:ea typeface="Roboto"/>
                <a:cs typeface="Roboto"/>
                <a:sym typeface="Roboto"/>
              </a:defRPr>
            </a:lvl6pPr>
            <a:lvl7pPr marL="3200400" lvl="6" indent="-317500" rtl="0">
              <a:lnSpc>
                <a:spcPct val="115000"/>
              </a:lnSpc>
              <a:spcBef>
                <a:spcPts val="1600"/>
              </a:spcBef>
              <a:spcAft>
                <a:spcPts val="0"/>
              </a:spcAft>
              <a:buClr>
                <a:srgbClr val="424242"/>
              </a:buClr>
              <a:buSzPts val="1400"/>
              <a:buFont typeface="Roboto"/>
              <a:buChar char="●"/>
              <a:defRPr>
                <a:solidFill>
                  <a:srgbClr val="424242"/>
                </a:solidFill>
                <a:latin typeface="Roboto"/>
                <a:ea typeface="Roboto"/>
                <a:cs typeface="Roboto"/>
                <a:sym typeface="Roboto"/>
              </a:defRPr>
            </a:lvl7pPr>
            <a:lvl8pPr marL="3657600" lvl="7" indent="-317500" rtl="0">
              <a:lnSpc>
                <a:spcPct val="115000"/>
              </a:lnSpc>
              <a:spcBef>
                <a:spcPts val="1600"/>
              </a:spcBef>
              <a:spcAft>
                <a:spcPts val="0"/>
              </a:spcAft>
              <a:buClr>
                <a:srgbClr val="424242"/>
              </a:buClr>
              <a:buSzPts val="1400"/>
              <a:buFont typeface="Roboto"/>
              <a:buChar char="○"/>
              <a:defRPr>
                <a:solidFill>
                  <a:srgbClr val="424242"/>
                </a:solidFill>
                <a:latin typeface="Roboto"/>
                <a:ea typeface="Roboto"/>
                <a:cs typeface="Roboto"/>
                <a:sym typeface="Roboto"/>
              </a:defRPr>
            </a:lvl8pPr>
            <a:lvl9pPr marL="4114800" lvl="8" indent="-317500" rtl="0">
              <a:lnSpc>
                <a:spcPct val="115000"/>
              </a:lnSpc>
              <a:spcBef>
                <a:spcPts val="1600"/>
              </a:spcBef>
              <a:spcAft>
                <a:spcPts val="1600"/>
              </a:spcAft>
              <a:buClr>
                <a:srgbClr val="424242"/>
              </a:buClr>
              <a:buSzPts val="1400"/>
              <a:buFont typeface="Roboto"/>
              <a:buChar char="■"/>
              <a:defRPr>
                <a:solidFill>
                  <a:srgbClr val="424242"/>
                </a:solidFill>
                <a:latin typeface="Roboto"/>
                <a:ea typeface="Roboto"/>
                <a:cs typeface="Roboto"/>
                <a:sym typeface="Roboto"/>
              </a:defRPr>
            </a:lvl9pPr>
          </a:lstStyle>
          <a:p>
            <a:endParaRPr/>
          </a:p>
        </p:txBody>
      </p:sp>
      <p:sp>
        <p:nvSpPr>
          <p:cNvPr id="142" name="Google Shape;142;p27"/>
          <p:cNvSpPr txBox="1">
            <a:spLocks noGrp="1"/>
          </p:cNvSpPr>
          <p:nvPr>
            <p:ph type="sldNum" idx="12"/>
          </p:nvPr>
        </p:nvSpPr>
        <p:spPr>
          <a:xfrm>
            <a:off x="8472458" y="4739417"/>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dk2"/>
                </a:solidFill>
              </a:defRPr>
            </a:lvl1pPr>
            <a:lvl2pPr lvl="1" algn="r" rtl="0">
              <a:buNone/>
              <a:defRPr sz="1000">
                <a:solidFill>
                  <a:schemeClr val="dk2"/>
                </a:solidFill>
              </a:defRPr>
            </a:lvl2pPr>
            <a:lvl3pPr lvl="2" algn="r" rtl="0">
              <a:buNone/>
              <a:defRPr sz="1000">
                <a:solidFill>
                  <a:schemeClr val="dk2"/>
                </a:solidFill>
              </a:defRPr>
            </a:lvl3pPr>
            <a:lvl4pPr lvl="3" algn="r" rtl="0">
              <a:buNone/>
              <a:defRPr sz="1000">
                <a:solidFill>
                  <a:schemeClr val="dk2"/>
                </a:solidFill>
              </a:defRPr>
            </a:lvl4pPr>
            <a:lvl5pPr lvl="4" algn="r" rtl="0">
              <a:buNone/>
              <a:defRPr sz="1000">
                <a:solidFill>
                  <a:schemeClr val="dk2"/>
                </a:solidFill>
              </a:defRPr>
            </a:lvl5pPr>
            <a:lvl6pPr lvl="5" algn="r" rtl="0">
              <a:buNone/>
              <a:defRPr sz="1000">
                <a:solidFill>
                  <a:schemeClr val="dk2"/>
                </a:solidFill>
              </a:defRPr>
            </a:lvl6pPr>
            <a:lvl7pPr lvl="6" algn="r" rtl="0">
              <a:buNone/>
              <a:defRPr sz="1000">
                <a:solidFill>
                  <a:schemeClr val="dk2"/>
                </a:solidFill>
              </a:defRPr>
            </a:lvl7pPr>
            <a:lvl8pPr lvl="7" algn="r" rtl="0">
              <a:buNone/>
              <a:defRPr sz="1000">
                <a:solidFill>
                  <a:schemeClr val="dk2"/>
                </a:solidFill>
              </a:defRPr>
            </a:lvl8pPr>
            <a:lvl9pPr lvl="8" algn="r" rtl="0">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143" name="Google Shape;143;p27"/>
          <p:cNvSpPr txBox="1"/>
          <p:nvPr/>
        </p:nvSpPr>
        <p:spPr>
          <a:xfrm>
            <a:off x="9303675" y="2108450"/>
            <a:ext cx="5446200" cy="63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4" name="Google Shape;144;p27"/>
          <p:cNvSpPr txBox="1"/>
          <p:nvPr/>
        </p:nvSpPr>
        <p:spPr>
          <a:xfrm>
            <a:off x="2279675" y="4783500"/>
            <a:ext cx="2382600" cy="29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pPr>
            <a:r>
              <a:rPr lang="en" sz="1000" b="1">
                <a:solidFill>
                  <a:srgbClr val="757575"/>
                </a:solidFill>
                <a:latin typeface="Roboto"/>
                <a:ea typeface="Roboto"/>
                <a:cs typeface="Roboto"/>
                <a:sym typeface="Roboto"/>
              </a:rPr>
              <a:t>Android Developer Fundamentals V2  </a:t>
            </a:r>
            <a:endParaRPr sz="1000">
              <a:solidFill>
                <a:srgbClr val="757575"/>
              </a:solidFill>
              <a:latin typeface="Roboto"/>
              <a:ea typeface="Roboto"/>
              <a:cs typeface="Roboto"/>
              <a:sym typeface="Roboto"/>
            </a:endParaRPr>
          </a:p>
        </p:txBody>
      </p:sp>
      <p:sp>
        <p:nvSpPr>
          <p:cNvPr id="145" name="Google Shape;145;p27"/>
          <p:cNvSpPr txBox="1"/>
          <p:nvPr/>
        </p:nvSpPr>
        <p:spPr>
          <a:xfrm>
            <a:off x="5610875" y="4618725"/>
            <a:ext cx="2158500" cy="515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900" i="1">
                <a:solidFill>
                  <a:srgbClr val="666666"/>
                </a:solidFill>
                <a:latin typeface="Open Sans"/>
                <a:ea typeface="Open Sans"/>
                <a:cs typeface="Open Sans"/>
                <a:sym typeface="Open Sans"/>
              </a:rPr>
              <a:t>This work is licensed under a </a:t>
            </a:r>
            <a:r>
              <a:rPr lang="en" sz="900" i="1" u="sng">
                <a:solidFill>
                  <a:srgbClr val="666666"/>
                </a:solidFill>
                <a:latin typeface="Open Sans"/>
                <a:ea typeface="Open Sans"/>
                <a:cs typeface="Open Sans"/>
                <a:sym typeface="Open Sans"/>
                <a:hlinkClick r:id="rId15">
                  <a:extLst>
                    <a:ext uri="{A12FA001-AC4F-418D-AE19-62706E023703}">
                      <ahyp:hlinkClr xmlns:ahyp="http://schemas.microsoft.com/office/drawing/2018/hyperlinkcolor" val="tx"/>
                    </a:ext>
                  </a:extLst>
                </a:hlinkClick>
              </a:rPr>
              <a:t>Creative Commons Attribution 4.0 International License</a:t>
            </a:r>
            <a:r>
              <a:rPr lang="en" sz="900" i="1">
                <a:solidFill>
                  <a:srgbClr val="666666"/>
                </a:solidFill>
                <a:latin typeface="Open Sans"/>
                <a:ea typeface="Open Sans"/>
                <a:cs typeface="Open Sans"/>
                <a:sym typeface="Open Sans"/>
              </a:rPr>
              <a:t>.</a:t>
            </a:r>
            <a:endParaRPr sz="900" i="1">
              <a:solidFill>
                <a:srgbClr val="666666"/>
              </a:solidFill>
              <a:latin typeface="Roboto"/>
              <a:ea typeface="Roboto"/>
              <a:cs typeface="Roboto"/>
              <a:sym typeface="Roboto"/>
            </a:endParaRPr>
          </a:p>
          <a:p>
            <a:pPr marL="0" lvl="0" indent="0" algn="l" rtl="0">
              <a:spcBef>
                <a:spcPts val="0"/>
              </a:spcBef>
              <a:spcAft>
                <a:spcPts val="0"/>
              </a:spcAft>
              <a:buNone/>
            </a:pPr>
            <a:endParaRPr sz="900" i="1">
              <a:solidFill>
                <a:srgbClr val="666666"/>
              </a:solidFill>
              <a:latin typeface="Roboto"/>
              <a:ea typeface="Roboto"/>
              <a:cs typeface="Roboto"/>
              <a:sym typeface="Roboto"/>
            </a:endParaRPr>
          </a:p>
        </p:txBody>
      </p:sp>
      <p:sp>
        <p:nvSpPr>
          <p:cNvPr id="146" name="Google Shape;146;p27"/>
          <p:cNvSpPr txBox="1"/>
          <p:nvPr/>
        </p:nvSpPr>
        <p:spPr>
          <a:xfrm>
            <a:off x="4407225" y="4663950"/>
            <a:ext cx="1150800" cy="393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n" sz="1000" b="1">
                <a:solidFill>
                  <a:srgbClr val="757575"/>
                </a:solidFill>
                <a:latin typeface="Roboto"/>
                <a:ea typeface="Roboto"/>
                <a:cs typeface="Roboto"/>
                <a:sym typeface="Roboto"/>
              </a:rPr>
              <a:t>Create your first Android app</a:t>
            </a:r>
            <a:endParaRPr sz="1000">
              <a:solidFill>
                <a:srgbClr val="757575"/>
              </a:solidFill>
              <a:latin typeface="Roboto"/>
              <a:ea typeface="Roboto"/>
              <a:cs typeface="Roboto"/>
              <a:sym typeface="Roboto"/>
            </a:endParaRPr>
          </a:p>
        </p:txBody>
      </p:sp>
      <p:pic>
        <p:nvPicPr>
          <p:cNvPr id="147" name="Google Shape;147;p27"/>
          <p:cNvPicPr preferRelativeResize="0"/>
          <p:nvPr/>
        </p:nvPicPr>
        <p:blipFill>
          <a:blip r:embed="rId16">
            <a:alphaModFix/>
          </a:blip>
          <a:stretch>
            <a:fillRect/>
          </a:stretch>
        </p:blipFill>
        <p:spPr>
          <a:xfrm>
            <a:off x="7853225" y="4788588"/>
            <a:ext cx="838200" cy="29527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hyperlink" Target="https://www.geeksforgeeks.org/introduction-to-activities-in-android/" TargetMode="External"/><Relationship Id="rId2" Type="http://schemas.openxmlformats.org/officeDocument/2006/relationships/hyperlink" Target="https://developer.android.com/guide/components/activities/activity-lifecycle#ondestroy" TargetMode="Externa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40"/>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a:t>
            </a:fld>
            <a:endParaRPr/>
          </a:p>
        </p:txBody>
      </p:sp>
      <p:sp>
        <p:nvSpPr>
          <p:cNvPr id="211" name="Google Shape;211;p40"/>
          <p:cNvSpPr txBox="1">
            <a:spLocks noGrp="1"/>
          </p:cNvSpPr>
          <p:nvPr>
            <p:ph type="sldNum" idx="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a:t>
            </a:fld>
            <a:endParaRPr/>
          </a:p>
        </p:txBody>
      </p:sp>
      <p:sp>
        <p:nvSpPr>
          <p:cNvPr id="212" name="Google Shape;212;p40"/>
          <p:cNvSpPr txBox="1">
            <a:spLocks noGrp="1"/>
          </p:cNvSpPr>
          <p:nvPr>
            <p:ph type="title"/>
          </p:nvPr>
        </p:nvSpPr>
        <p:spPr>
          <a:xfrm>
            <a:off x="195700" y="1061872"/>
            <a:ext cx="4045200" cy="1943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Clr>
                <a:srgbClr val="000000"/>
              </a:buClr>
              <a:buSzPts val="1100"/>
              <a:buFont typeface="Arial"/>
              <a:buNone/>
            </a:pPr>
            <a:r>
              <a:rPr lang="en" sz="3600" dirty="0"/>
              <a:t>Activities and Activity Lifecycle</a:t>
            </a:r>
            <a:endParaRPr sz="3600" dirty="0"/>
          </a:p>
        </p:txBody>
      </p:sp>
      <p:sp>
        <p:nvSpPr>
          <p:cNvPr id="213" name="Google Shape;213;p40"/>
          <p:cNvSpPr txBox="1">
            <a:spLocks noGrp="1"/>
          </p:cNvSpPr>
          <p:nvPr>
            <p:ph type="sldNum" idx="3"/>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a:t>
            </a:fld>
            <a:endParaRPr/>
          </a:p>
        </p:txBody>
      </p:sp>
      <p:sp>
        <p:nvSpPr>
          <p:cNvPr id="214" name="Google Shape;214;p40"/>
          <p:cNvSpPr txBox="1">
            <a:spLocks noGrp="1"/>
          </p:cNvSpPr>
          <p:nvPr>
            <p:ph type="subTitle" idx="4"/>
          </p:nvPr>
        </p:nvSpPr>
        <p:spPr>
          <a:xfrm>
            <a:off x="265500" y="564125"/>
            <a:ext cx="4045200" cy="524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CTAPDEVL</a:t>
            </a:r>
            <a:endParaRPr dirty="0"/>
          </a:p>
        </p:txBody>
      </p:sp>
      <p:sp>
        <p:nvSpPr>
          <p:cNvPr id="215" name="Google Shape;215;p40"/>
          <p:cNvSpPr txBox="1"/>
          <p:nvPr/>
        </p:nvSpPr>
        <p:spPr>
          <a:xfrm>
            <a:off x="265500" y="3497901"/>
            <a:ext cx="4045200" cy="1077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dirty="0">
                <a:solidFill>
                  <a:srgbClr val="FAFAFA"/>
                </a:solidFill>
                <a:latin typeface="Roboto"/>
                <a:ea typeface="Roboto"/>
                <a:cs typeface="Roboto"/>
                <a:sym typeface="Roboto"/>
              </a:rPr>
              <a:t>Prepared by:</a:t>
            </a:r>
          </a:p>
          <a:p>
            <a:pPr marL="0" lvl="0" indent="0" algn="ctr" rtl="0">
              <a:spcBef>
                <a:spcPts val="0"/>
              </a:spcBef>
              <a:spcAft>
                <a:spcPts val="0"/>
              </a:spcAft>
              <a:buNone/>
            </a:pPr>
            <a:r>
              <a:rPr lang="en" dirty="0">
                <a:solidFill>
                  <a:srgbClr val="FAFAFA"/>
                </a:solidFill>
                <a:latin typeface="Roboto"/>
                <a:ea typeface="Roboto"/>
                <a:cs typeface="Roboto"/>
                <a:sym typeface="Roboto"/>
              </a:rPr>
              <a:t>Elizer Ponio Jr.</a:t>
            </a:r>
            <a:endParaRPr dirty="0">
              <a:solidFill>
                <a:srgbClr val="FAFAFA"/>
              </a:solidFill>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42"/>
          <p:cNvSpPr txBox="1">
            <a:spLocks noGrp="1"/>
          </p:cNvSpPr>
          <p:nvPr>
            <p:ph type="title"/>
          </p:nvPr>
        </p:nvSpPr>
        <p:spPr>
          <a:xfrm>
            <a:off x="311700" y="170825"/>
            <a:ext cx="8657700" cy="572700"/>
          </a:xfrm>
          <a:prstGeom prst="rect">
            <a:avLst/>
          </a:prstGeom>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a:solidFill>
                  <a:srgbClr val="FFFFFF"/>
                </a:solidFill>
              </a:rPr>
              <a:t>Contents</a:t>
            </a:r>
            <a:endParaRPr>
              <a:solidFill>
                <a:srgbClr val="FFFFFF"/>
              </a:solidFill>
            </a:endParaRPr>
          </a:p>
        </p:txBody>
      </p:sp>
      <p:sp>
        <p:nvSpPr>
          <p:cNvPr id="226" name="Google Shape;226;p42"/>
          <p:cNvSpPr txBox="1">
            <a:spLocks noGrp="1"/>
          </p:cNvSpPr>
          <p:nvPr>
            <p:ph type="body" idx="1"/>
          </p:nvPr>
        </p:nvSpPr>
        <p:spPr>
          <a:xfrm>
            <a:off x="311700" y="1000075"/>
            <a:ext cx="8398800" cy="3416400"/>
          </a:xfrm>
          <a:prstGeom prst="rect">
            <a:avLst/>
          </a:prstGeom>
        </p:spPr>
        <p:txBody>
          <a:bodyPr spcFirstLastPara="1" wrap="square" lIns="91425" tIns="91425" rIns="91425" bIns="91425" anchor="t" anchorCtr="0">
            <a:noAutofit/>
          </a:bodyPr>
          <a:lstStyle/>
          <a:p>
            <a:pPr marL="0" lvl="0" indent="0" algn="l" rtl="0">
              <a:lnSpc>
                <a:spcPct val="115000"/>
              </a:lnSpc>
              <a:spcBef>
                <a:spcPts val="400"/>
              </a:spcBef>
              <a:spcAft>
                <a:spcPts val="0"/>
              </a:spcAft>
              <a:buNone/>
            </a:pPr>
            <a:endParaRPr dirty="0"/>
          </a:p>
          <a:p>
            <a:pPr marL="457200" lvl="0" indent="-381000" algn="l" rtl="0">
              <a:spcBef>
                <a:spcPts val="1000"/>
              </a:spcBef>
              <a:spcAft>
                <a:spcPts val="0"/>
              </a:spcAft>
              <a:buSzPts val="2400"/>
              <a:buChar char="●"/>
            </a:pPr>
            <a:r>
              <a:rPr lang="en-PH" dirty="0"/>
              <a:t>Introduction to Activities</a:t>
            </a:r>
          </a:p>
          <a:p>
            <a:pPr marL="457200" lvl="0" indent="-381000" algn="l" rtl="0">
              <a:spcBef>
                <a:spcPts val="1000"/>
              </a:spcBef>
              <a:spcAft>
                <a:spcPts val="0"/>
              </a:spcAft>
              <a:buSzPts val="2400"/>
              <a:buChar char="●"/>
            </a:pPr>
            <a:r>
              <a:rPr lang="en-PH" dirty="0"/>
              <a:t>The Activity Lifecycle</a:t>
            </a:r>
            <a:endParaRPr dirty="0"/>
          </a:p>
          <a:p>
            <a:pPr marL="0" lvl="0" indent="0" algn="l" rtl="0">
              <a:lnSpc>
                <a:spcPct val="100000"/>
              </a:lnSpc>
              <a:spcBef>
                <a:spcPts val="300"/>
              </a:spcBef>
              <a:spcAft>
                <a:spcPts val="1000"/>
              </a:spcAft>
              <a:buClr>
                <a:schemeClr val="dk1"/>
              </a:buClr>
              <a:buSzPts val="1100"/>
              <a:buFont typeface="Arial"/>
              <a:buNone/>
            </a:pPr>
            <a:endParaRPr dirty="0"/>
          </a:p>
        </p:txBody>
      </p:sp>
      <p:sp>
        <p:nvSpPr>
          <p:cNvPr id="227" name="Google Shape;227;p42"/>
          <p:cNvSpPr txBox="1">
            <a:spLocks noGrp="1"/>
          </p:cNvSpPr>
          <p:nvPr>
            <p:ph type="sldNum" idx="12"/>
          </p:nvPr>
        </p:nvSpPr>
        <p:spPr>
          <a:xfrm>
            <a:off x="84724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44"/>
          <p:cNvSpPr txBox="1">
            <a:spLocks noGrp="1"/>
          </p:cNvSpPr>
          <p:nvPr>
            <p:ph type="ctrTitle"/>
          </p:nvPr>
        </p:nvSpPr>
        <p:spPr>
          <a:xfrm>
            <a:off x="311708" y="778193"/>
            <a:ext cx="85206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Introduction to Activities</a:t>
            </a:r>
            <a:endParaRPr dirty="0"/>
          </a:p>
        </p:txBody>
      </p:sp>
      <p:sp>
        <p:nvSpPr>
          <p:cNvPr id="240" name="Google Shape;240;p44"/>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45"/>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dirty="0"/>
              <a:t>Introduction to Activities</a:t>
            </a:r>
            <a:endParaRPr dirty="0"/>
          </a:p>
        </p:txBody>
      </p:sp>
      <p:sp>
        <p:nvSpPr>
          <p:cNvPr id="246" name="Google Shape;246;p45"/>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a:t>
            </a:fld>
            <a:endParaRPr/>
          </a:p>
        </p:txBody>
      </p:sp>
      <p:sp>
        <p:nvSpPr>
          <p:cNvPr id="247" name="Google Shape;247;p45"/>
          <p:cNvSpPr txBox="1"/>
          <p:nvPr/>
        </p:nvSpPr>
        <p:spPr>
          <a:xfrm>
            <a:off x="253168" y="1300160"/>
            <a:ext cx="8569840" cy="3142687"/>
          </a:xfrm>
          <a:prstGeom prst="rect">
            <a:avLst/>
          </a:prstGeom>
          <a:noFill/>
          <a:ln>
            <a:noFill/>
          </a:ln>
        </p:spPr>
        <p:txBody>
          <a:bodyPr spcFirstLastPara="1" wrap="square" lIns="91425" tIns="91425" rIns="91425" bIns="91425" anchor="t" anchorCtr="0">
            <a:noAutofit/>
          </a:bodyPr>
          <a:lstStyle/>
          <a:p>
            <a:pPr marL="76200" lvl="0" algn="l" rtl="0">
              <a:spcBef>
                <a:spcPts val="0"/>
              </a:spcBef>
              <a:spcAft>
                <a:spcPts val="0"/>
              </a:spcAft>
              <a:buSzPts val="2400"/>
            </a:pPr>
            <a:r>
              <a:rPr lang="en-US" sz="2800" dirty="0"/>
              <a:t>Unlike most programming languages, in which the </a:t>
            </a:r>
            <a:r>
              <a:rPr lang="en-US" sz="2800" dirty="0">
                <a:latin typeface="Consolas" panose="020B0609020204030204" pitchFamily="49" charset="0"/>
              </a:rPr>
              <a:t>main()</a:t>
            </a:r>
            <a:r>
              <a:rPr lang="en-US" sz="2800" dirty="0"/>
              <a:t>method is the entry point for that program or application to start its execution, the android operating system initiates the code in an </a:t>
            </a:r>
            <a:r>
              <a:rPr lang="en-US" sz="2800" b="1" dirty="0">
                <a:solidFill>
                  <a:srgbClr val="00B050"/>
                </a:solidFill>
                <a:latin typeface="Consolas" panose="020B0609020204030204" pitchFamily="49" charset="0"/>
              </a:rPr>
              <a:t>Activity</a:t>
            </a:r>
            <a:r>
              <a:rPr lang="en-US" sz="2800" b="1" dirty="0"/>
              <a:t> </a:t>
            </a:r>
            <a:r>
              <a:rPr lang="en-US" sz="2800" b="1" dirty="0">
                <a:solidFill>
                  <a:srgbClr val="00B050"/>
                </a:solidFill>
              </a:rPr>
              <a:t>instance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22E13-7B78-C0C0-E9B4-26346F5030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8D444D-8FD9-798F-007B-E590E1B312DD}"/>
              </a:ext>
            </a:extLst>
          </p:cNvPr>
          <p:cNvSpPr>
            <a:spLocks noGrp="1"/>
          </p:cNvSpPr>
          <p:nvPr>
            <p:ph type="title"/>
          </p:nvPr>
        </p:nvSpPr>
        <p:spPr/>
        <p:txBody>
          <a:bodyPr/>
          <a:lstStyle/>
          <a:p>
            <a:r>
              <a:rPr lang="en" dirty="0"/>
              <a:t>Introduction to Activities</a:t>
            </a:r>
            <a:endParaRPr lang="en-PH" dirty="0"/>
          </a:p>
        </p:txBody>
      </p:sp>
      <p:sp>
        <p:nvSpPr>
          <p:cNvPr id="4" name="Slide Number Placeholder 3">
            <a:extLst>
              <a:ext uri="{FF2B5EF4-FFF2-40B4-BE49-F238E27FC236}">
                <a16:creationId xmlns:a16="http://schemas.microsoft.com/office/drawing/2014/main" id="{1C5D53BF-E450-E7C9-CE28-76E0656BB32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a:t>
            </a:fld>
            <a:endParaRPr lang="en"/>
          </a:p>
        </p:txBody>
      </p:sp>
      <p:pic>
        <p:nvPicPr>
          <p:cNvPr id="5" name="Picture 4" descr="A screen shot of a computer program&#10;&#10;AI-generated content may be incorrect.">
            <a:extLst>
              <a:ext uri="{FF2B5EF4-FFF2-40B4-BE49-F238E27FC236}">
                <a16:creationId xmlns:a16="http://schemas.microsoft.com/office/drawing/2014/main" id="{F7E56A10-953D-6906-D934-6C6AAF7F8E54}"/>
              </a:ext>
            </a:extLst>
          </p:cNvPr>
          <p:cNvPicPr>
            <a:picLocks noChangeAspect="1"/>
          </p:cNvPicPr>
          <p:nvPr/>
        </p:nvPicPr>
        <p:blipFill>
          <a:blip r:embed="rId2"/>
          <a:stretch>
            <a:fillRect/>
          </a:stretch>
        </p:blipFill>
        <p:spPr>
          <a:xfrm>
            <a:off x="1399732" y="1390485"/>
            <a:ext cx="6344535" cy="2362530"/>
          </a:xfrm>
          <a:prstGeom prst="rect">
            <a:avLst/>
          </a:prstGeom>
          <a:effectLst>
            <a:outerShdw blurRad="50800" dist="38100" dir="5400000" algn="t" rotWithShape="0">
              <a:prstClr val="black">
                <a:alpha val="40000"/>
              </a:prstClr>
            </a:outerShdw>
          </a:effectLst>
        </p:spPr>
      </p:pic>
      <p:sp>
        <p:nvSpPr>
          <p:cNvPr id="6" name="Google Shape;287;p50">
            <a:extLst>
              <a:ext uri="{FF2B5EF4-FFF2-40B4-BE49-F238E27FC236}">
                <a16:creationId xmlns:a16="http://schemas.microsoft.com/office/drawing/2014/main" id="{9EF84E13-BC54-CDBB-1D3F-33831F3853D8}"/>
              </a:ext>
            </a:extLst>
          </p:cNvPr>
          <p:cNvSpPr/>
          <p:nvPr/>
        </p:nvSpPr>
        <p:spPr>
          <a:xfrm>
            <a:off x="1549832" y="2250675"/>
            <a:ext cx="4256866" cy="268637"/>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247;p45">
            <a:extLst>
              <a:ext uri="{FF2B5EF4-FFF2-40B4-BE49-F238E27FC236}">
                <a16:creationId xmlns:a16="http://schemas.microsoft.com/office/drawing/2014/main" id="{2DDE5336-44EC-1C9F-3E07-6E0003E20D66}"/>
              </a:ext>
            </a:extLst>
          </p:cNvPr>
          <p:cNvSpPr txBox="1"/>
          <p:nvPr/>
        </p:nvSpPr>
        <p:spPr>
          <a:xfrm>
            <a:off x="3298554" y="3904690"/>
            <a:ext cx="2546889" cy="495290"/>
          </a:xfrm>
          <a:prstGeom prst="rect">
            <a:avLst/>
          </a:prstGeom>
          <a:noFill/>
          <a:ln>
            <a:noFill/>
          </a:ln>
        </p:spPr>
        <p:txBody>
          <a:bodyPr spcFirstLastPara="1" wrap="square" lIns="91425" tIns="91425" rIns="91425" bIns="91425" anchor="t" anchorCtr="0">
            <a:noAutofit/>
          </a:bodyPr>
          <a:lstStyle/>
          <a:p>
            <a:pPr marL="76200" lvl="0" algn="l" rtl="0">
              <a:spcBef>
                <a:spcPts val="0"/>
              </a:spcBef>
              <a:spcAft>
                <a:spcPts val="0"/>
              </a:spcAft>
              <a:buSzPts val="2400"/>
            </a:pPr>
            <a:r>
              <a:rPr lang="en-US" sz="2800" dirty="0" err="1"/>
              <a:t>MainActivity.kt</a:t>
            </a:r>
            <a:endParaRPr lang="en-US" sz="2800" b="1" dirty="0">
              <a:solidFill>
                <a:srgbClr val="00B050"/>
              </a:solidFill>
            </a:endParaRPr>
          </a:p>
        </p:txBody>
      </p:sp>
      <p:pic>
        <p:nvPicPr>
          <p:cNvPr id="9" name="Picture 8" descr="A purple and pink triangle&#10;&#10;AI-generated content may be incorrect.">
            <a:extLst>
              <a:ext uri="{FF2B5EF4-FFF2-40B4-BE49-F238E27FC236}">
                <a16:creationId xmlns:a16="http://schemas.microsoft.com/office/drawing/2014/main" id="{C93B4222-FF27-15C0-8165-E1E2DC07CE5F}"/>
              </a:ext>
            </a:extLst>
          </p:cNvPr>
          <p:cNvPicPr>
            <a:picLocks noChangeAspect="1"/>
          </p:cNvPicPr>
          <p:nvPr/>
        </p:nvPicPr>
        <p:blipFill>
          <a:blip r:embed="rId3"/>
          <a:stretch>
            <a:fillRect/>
          </a:stretch>
        </p:blipFill>
        <p:spPr>
          <a:xfrm>
            <a:off x="3032848" y="4033603"/>
            <a:ext cx="360000" cy="360000"/>
          </a:xfrm>
          <a:prstGeom prst="rect">
            <a:avLst/>
          </a:prstGeom>
        </p:spPr>
      </p:pic>
    </p:spTree>
    <p:extLst>
      <p:ext uri="{BB962C8B-B14F-4D97-AF65-F5344CB8AC3E}">
        <p14:creationId xmlns:p14="http://schemas.microsoft.com/office/powerpoint/2010/main" val="823818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44">
          <a:extLst>
            <a:ext uri="{FF2B5EF4-FFF2-40B4-BE49-F238E27FC236}">
              <a16:creationId xmlns:a16="http://schemas.microsoft.com/office/drawing/2014/main" id="{BF54F62A-E453-9141-BE29-88FDFFBA1609}"/>
            </a:ext>
          </a:extLst>
        </p:cNvPr>
        <p:cNvGrpSpPr/>
        <p:nvPr/>
      </p:nvGrpSpPr>
      <p:grpSpPr>
        <a:xfrm>
          <a:off x="0" y="0"/>
          <a:ext cx="0" cy="0"/>
          <a:chOff x="0" y="0"/>
          <a:chExt cx="0" cy="0"/>
        </a:xfrm>
      </p:grpSpPr>
      <p:sp>
        <p:nvSpPr>
          <p:cNvPr id="245" name="Google Shape;245;p45">
            <a:extLst>
              <a:ext uri="{FF2B5EF4-FFF2-40B4-BE49-F238E27FC236}">
                <a16:creationId xmlns:a16="http://schemas.microsoft.com/office/drawing/2014/main" id="{2635264A-F6BF-7650-04B1-F3DCFCCCD121}"/>
              </a:ext>
            </a:extLst>
          </p:cNvPr>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dirty="0"/>
              <a:t>What is an Activity?</a:t>
            </a:r>
            <a:endParaRPr dirty="0"/>
          </a:p>
        </p:txBody>
      </p:sp>
      <p:sp>
        <p:nvSpPr>
          <p:cNvPr id="246" name="Google Shape;246;p45">
            <a:extLst>
              <a:ext uri="{FF2B5EF4-FFF2-40B4-BE49-F238E27FC236}">
                <a16:creationId xmlns:a16="http://schemas.microsoft.com/office/drawing/2014/main" id="{0D174DA7-AD08-A2FE-EC2E-BB27F13D9D1D}"/>
              </a:ext>
            </a:extLst>
          </p:cNvPr>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a:t>
            </a:fld>
            <a:endParaRPr/>
          </a:p>
        </p:txBody>
      </p:sp>
      <p:sp>
        <p:nvSpPr>
          <p:cNvPr id="247" name="Google Shape;247;p45">
            <a:extLst>
              <a:ext uri="{FF2B5EF4-FFF2-40B4-BE49-F238E27FC236}">
                <a16:creationId xmlns:a16="http://schemas.microsoft.com/office/drawing/2014/main" id="{1AF67411-DF68-FBE1-EE5B-C3E6F4B2452A}"/>
              </a:ext>
            </a:extLst>
          </p:cNvPr>
          <p:cNvSpPr txBox="1"/>
          <p:nvPr/>
        </p:nvSpPr>
        <p:spPr>
          <a:xfrm>
            <a:off x="362349" y="1393150"/>
            <a:ext cx="4467955" cy="3096192"/>
          </a:xfrm>
          <a:prstGeom prst="rect">
            <a:avLst/>
          </a:prstGeom>
          <a:noFill/>
          <a:ln>
            <a:noFill/>
          </a:ln>
        </p:spPr>
        <p:txBody>
          <a:bodyPr spcFirstLastPara="1" wrap="square" lIns="91425" tIns="91425" rIns="91425" bIns="91425" anchor="t" anchorCtr="0">
            <a:noAutofit/>
          </a:bodyPr>
          <a:lstStyle/>
          <a:p>
            <a:pPr marL="76200" lvl="0" algn="l" rtl="0">
              <a:spcBef>
                <a:spcPts val="0"/>
              </a:spcBef>
              <a:spcAft>
                <a:spcPts val="0"/>
              </a:spcAft>
              <a:buSzPts val="2400"/>
            </a:pPr>
            <a:r>
              <a:rPr lang="en-US" sz="2600" dirty="0"/>
              <a:t>An </a:t>
            </a:r>
            <a:r>
              <a:rPr lang="en-US" sz="2600" b="1" dirty="0">
                <a:solidFill>
                  <a:srgbClr val="00B050"/>
                </a:solidFill>
              </a:rPr>
              <a:t>activity</a:t>
            </a:r>
            <a:r>
              <a:rPr lang="en-US" sz="2600" dirty="0"/>
              <a:t> is the entry point for interacting with the user. </a:t>
            </a:r>
          </a:p>
          <a:p>
            <a:pPr marL="76200" lvl="0" algn="l" rtl="0">
              <a:spcBef>
                <a:spcPts val="0"/>
              </a:spcBef>
              <a:spcAft>
                <a:spcPts val="0"/>
              </a:spcAft>
              <a:buSzPts val="2400"/>
            </a:pPr>
            <a:endParaRPr lang="en-US" sz="2600" dirty="0"/>
          </a:p>
          <a:p>
            <a:pPr marL="76200" lvl="0" algn="l" rtl="0">
              <a:spcBef>
                <a:spcPts val="0"/>
              </a:spcBef>
              <a:spcAft>
                <a:spcPts val="0"/>
              </a:spcAft>
              <a:buSzPts val="2400"/>
            </a:pPr>
            <a:r>
              <a:rPr lang="en-US" sz="2600" dirty="0"/>
              <a:t>Every activity contains the layout, which has a user interface to interact with the user.</a:t>
            </a:r>
          </a:p>
        </p:txBody>
      </p:sp>
      <p:pic>
        <p:nvPicPr>
          <p:cNvPr id="3" name="Picture 2" descr="A white background with black text&#10;&#10;AI-generated content may be incorrect.">
            <a:extLst>
              <a:ext uri="{FF2B5EF4-FFF2-40B4-BE49-F238E27FC236}">
                <a16:creationId xmlns:a16="http://schemas.microsoft.com/office/drawing/2014/main" id="{FC9C46AF-333D-5BB8-CD72-BA2A33C8D400}"/>
              </a:ext>
            </a:extLst>
          </p:cNvPr>
          <p:cNvPicPr>
            <a:picLocks noChangeAspect="1"/>
          </p:cNvPicPr>
          <p:nvPr/>
        </p:nvPicPr>
        <p:blipFill>
          <a:blip r:embed="rId3"/>
          <a:stretch>
            <a:fillRect/>
          </a:stretch>
        </p:blipFill>
        <p:spPr>
          <a:xfrm>
            <a:off x="6476072" y="1134550"/>
            <a:ext cx="1820880" cy="3240000"/>
          </a:xfrm>
          <a:prstGeom prst="rect">
            <a:avLst/>
          </a:prstGeom>
          <a:ln>
            <a:solidFill>
              <a:schemeClr val="tx1"/>
            </a:solidFill>
          </a:ln>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14747526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4">
          <a:extLst>
            <a:ext uri="{FF2B5EF4-FFF2-40B4-BE49-F238E27FC236}">
              <a16:creationId xmlns:a16="http://schemas.microsoft.com/office/drawing/2014/main" id="{A2E03F41-026F-EFD3-523E-5A54712742DC}"/>
            </a:ext>
          </a:extLst>
        </p:cNvPr>
        <p:cNvGrpSpPr/>
        <p:nvPr/>
      </p:nvGrpSpPr>
      <p:grpSpPr>
        <a:xfrm>
          <a:off x="0" y="0"/>
          <a:ext cx="0" cy="0"/>
          <a:chOff x="0" y="0"/>
          <a:chExt cx="0" cy="0"/>
        </a:xfrm>
      </p:grpSpPr>
      <p:sp>
        <p:nvSpPr>
          <p:cNvPr id="245" name="Google Shape;245;p45">
            <a:extLst>
              <a:ext uri="{FF2B5EF4-FFF2-40B4-BE49-F238E27FC236}">
                <a16:creationId xmlns:a16="http://schemas.microsoft.com/office/drawing/2014/main" id="{AFBFFD3A-0F6B-F5BD-07CB-ECF61F915308}"/>
              </a:ext>
            </a:extLst>
          </p:cNvPr>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dirty="0"/>
              <a:t>What is an Activity?</a:t>
            </a:r>
            <a:endParaRPr dirty="0"/>
          </a:p>
        </p:txBody>
      </p:sp>
      <p:sp>
        <p:nvSpPr>
          <p:cNvPr id="246" name="Google Shape;246;p45">
            <a:extLst>
              <a:ext uri="{FF2B5EF4-FFF2-40B4-BE49-F238E27FC236}">
                <a16:creationId xmlns:a16="http://schemas.microsoft.com/office/drawing/2014/main" id="{98C89F97-70EC-E914-992A-1C7834215B43}"/>
              </a:ext>
            </a:extLst>
          </p:cNvPr>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a:t>
            </a:fld>
            <a:endParaRPr/>
          </a:p>
        </p:txBody>
      </p:sp>
      <p:sp>
        <p:nvSpPr>
          <p:cNvPr id="247" name="Google Shape;247;p45">
            <a:extLst>
              <a:ext uri="{FF2B5EF4-FFF2-40B4-BE49-F238E27FC236}">
                <a16:creationId xmlns:a16="http://schemas.microsoft.com/office/drawing/2014/main" id="{A2097E74-44E7-A16E-9DCA-5E7097370449}"/>
              </a:ext>
            </a:extLst>
          </p:cNvPr>
          <p:cNvSpPr txBox="1"/>
          <p:nvPr/>
        </p:nvSpPr>
        <p:spPr>
          <a:xfrm>
            <a:off x="362349" y="1393150"/>
            <a:ext cx="4467955" cy="3096192"/>
          </a:xfrm>
          <a:prstGeom prst="rect">
            <a:avLst/>
          </a:prstGeom>
          <a:noFill/>
          <a:ln>
            <a:noFill/>
          </a:ln>
        </p:spPr>
        <p:txBody>
          <a:bodyPr spcFirstLastPara="1" wrap="square" lIns="91425" tIns="91425" rIns="91425" bIns="91425" anchor="t" anchorCtr="0">
            <a:noAutofit/>
          </a:bodyPr>
          <a:lstStyle/>
          <a:p>
            <a:pPr marL="76200" lvl="0" algn="l" rtl="0">
              <a:spcBef>
                <a:spcPts val="0"/>
              </a:spcBef>
              <a:spcAft>
                <a:spcPts val="0"/>
              </a:spcAft>
              <a:buSzPts val="2400"/>
            </a:pPr>
            <a:r>
              <a:rPr lang="en-US" sz="2600" dirty="0"/>
              <a:t>An </a:t>
            </a:r>
            <a:r>
              <a:rPr lang="en-US" sz="2600" b="1" dirty="0">
                <a:solidFill>
                  <a:srgbClr val="00B050"/>
                </a:solidFill>
              </a:rPr>
              <a:t>activity</a:t>
            </a:r>
            <a:r>
              <a:rPr lang="en-US" sz="2600" dirty="0"/>
              <a:t> provides the window in which the app draws its UI. </a:t>
            </a:r>
          </a:p>
          <a:p>
            <a:pPr marL="76200" lvl="0" algn="l" rtl="0">
              <a:spcBef>
                <a:spcPts val="0"/>
              </a:spcBef>
              <a:spcAft>
                <a:spcPts val="0"/>
              </a:spcAft>
              <a:buSzPts val="2400"/>
            </a:pPr>
            <a:endParaRPr lang="en-US" sz="2600" dirty="0"/>
          </a:p>
          <a:p>
            <a:pPr marL="76200" lvl="0" algn="l" rtl="0">
              <a:spcBef>
                <a:spcPts val="0"/>
              </a:spcBef>
              <a:spcAft>
                <a:spcPts val="0"/>
              </a:spcAft>
              <a:buSzPts val="2400"/>
            </a:pPr>
            <a:r>
              <a:rPr lang="en-US" sz="2600" dirty="0"/>
              <a:t>Generally, </a:t>
            </a:r>
            <a:r>
              <a:rPr lang="en-US" sz="2600" b="1" dirty="0">
                <a:solidFill>
                  <a:srgbClr val="00B050"/>
                </a:solidFill>
              </a:rPr>
              <a:t>one activity implements one screen in an app</a:t>
            </a:r>
            <a:r>
              <a:rPr lang="en-US" sz="2600" dirty="0"/>
              <a:t>.</a:t>
            </a:r>
          </a:p>
        </p:txBody>
      </p:sp>
      <p:pic>
        <p:nvPicPr>
          <p:cNvPr id="3" name="Picture 2" descr="A white background with black text&#10;&#10;AI-generated content may be incorrect.">
            <a:extLst>
              <a:ext uri="{FF2B5EF4-FFF2-40B4-BE49-F238E27FC236}">
                <a16:creationId xmlns:a16="http://schemas.microsoft.com/office/drawing/2014/main" id="{6826B0BB-A4FB-A400-03B9-20101D22CCDA}"/>
              </a:ext>
            </a:extLst>
          </p:cNvPr>
          <p:cNvPicPr>
            <a:picLocks noChangeAspect="1"/>
          </p:cNvPicPr>
          <p:nvPr/>
        </p:nvPicPr>
        <p:blipFill>
          <a:blip r:embed="rId3"/>
          <a:stretch>
            <a:fillRect/>
          </a:stretch>
        </p:blipFill>
        <p:spPr>
          <a:xfrm>
            <a:off x="6476072" y="1134550"/>
            <a:ext cx="1820880" cy="3240000"/>
          </a:xfrm>
          <a:prstGeom prst="rect">
            <a:avLst/>
          </a:prstGeom>
          <a:ln>
            <a:solidFill>
              <a:schemeClr val="tx1"/>
            </a:solidFill>
          </a:ln>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9425496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44">
          <a:extLst>
            <a:ext uri="{FF2B5EF4-FFF2-40B4-BE49-F238E27FC236}">
              <a16:creationId xmlns:a16="http://schemas.microsoft.com/office/drawing/2014/main" id="{D7D8DC1A-170D-14AE-066E-241FD96ECD31}"/>
            </a:ext>
          </a:extLst>
        </p:cNvPr>
        <p:cNvGrpSpPr/>
        <p:nvPr/>
      </p:nvGrpSpPr>
      <p:grpSpPr>
        <a:xfrm>
          <a:off x="0" y="0"/>
          <a:ext cx="0" cy="0"/>
          <a:chOff x="0" y="0"/>
          <a:chExt cx="0" cy="0"/>
        </a:xfrm>
      </p:grpSpPr>
      <p:sp>
        <p:nvSpPr>
          <p:cNvPr id="245" name="Google Shape;245;p45">
            <a:extLst>
              <a:ext uri="{FF2B5EF4-FFF2-40B4-BE49-F238E27FC236}">
                <a16:creationId xmlns:a16="http://schemas.microsoft.com/office/drawing/2014/main" id="{B9F2AE04-52C9-C4E7-C59D-B7E31567BC23}"/>
              </a:ext>
            </a:extLst>
          </p:cNvPr>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dirty="0"/>
              <a:t>What is an Activity?</a:t>
            </a:r>
            <a:endParaRPr dirty="0"/>
          </a:p>
        </p:txBody>
      </p:sp>
      <p:sp>
        <p:nvSpPr>
          <p:cNvPr id="246" name="Google Shape;246;p45">
            <a:extLst>
              <a:ext uri="{FF2B5EF4-FFF2-40B4-BE49-F238E27FC236}">
                <a16:creationId xmlns:a16="http://schemas.microsoft.com/office/drawing/2014/main" id="{E7AD3009-27DE-1CD6-D543-2396489843C9}"/>
              </a:ext>
            </a:extLst>
          </p:cNvPr>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8</a:t>
            </a:fld>
            <a:endParaRPr/>
          </a:p>
        </p:txBody>
      </p:sp>
      <p:sp>
        <p:nvSpPr>
          <p:cNvPr id="247" name="Google Shape;247;p45">
            <a:extLst>
              <a:ext uri="{FF2B5EF4-FFF2-40B4-BE49-F238E27FC236}">
                <a16:creationId xmlns:a16="http://schemas.microsoft.com/office/drawing/2014/main" id="{99F5A6FE-C7FF-67C0-0D09-E18977E4C713}"/>
              </a:ext>
            </a:extLst>
          </p:cNvPr>
          <p:cNvSpPr txBox="1"/>
          <p:nvPr/>
        </p:nvSpPr>
        <p:spPr>
          <a:xfrm>
            <a:off x="362350" y="1393150"/>
            <a:ext cx="4984565" cy="2722800"/>
          </a:xfrm>
          <a:prstGeom prst="rect">
            <a:avLst/>
          </a:prstGeom>
          <a:noFill/>
          <a:ln>
            <a:noFill/>
          </a:ln>
        </p:spPr>
        <p:txBody>
          <a:bodyPr spcFirstLastPara="1" wrap="square" lIns="91425" tIns="91425" rIns="91425" bIns="91425" anchor="t" anchorCtr="0">
            <a:noAutofit/>
          </a:bodyPr>
          <a:lstStyle/>
          <a:p>
            <a:pPr marL="76200" lvl="0" algn="l" rtl="0">
              <a:spcBef>
                <a:spcPts val="0"/>
              </a:spcBef>
              <a:spcAft>
                <a:spcPts val="0"/>
              </a:spcAft>
              <a:buSzPts val="2400"/>
            </a:pPr>
            <a:r>
              <a:rPr lang="en-US" sz="2800" dirty="0"/>
              <a:t>Typically, one activity in an app is specified as the </a:t>
            </a:r>
            <a:r>
              <a:rPr lang="en-US" sz="2800" b="1" dirty="0">
                <a:solidFill>
                  <a:srgbClr val="00B050"/>
                </a:solidFill>
              </a:rPr>
              <a:t>main activity</a:t>
            </a:r>
            <a:r>
              <a:rPr lang="en-US" sz="2800" dirty="0"/>
              <a:t>, which is the first screen to appear when the user launches the app.</a:t>
            </a:r>
          </a:p>
        </p:txBody>
      </p:sp>
      <p:pic>
        <p:nvPicPr>
          <p:cNvPr id="2" name="Picture 1" descr="A white background with black text&#10;&#10;AI-generated content may be incorrect.">
            <a:extLst>
              <a:ext uri="{FF2B5EF4-FFF2-40B4-BE49-F238E27FC236}">
                <a16:creationId xmlns:a16="http://schemas.microsoft.com/office/drawing/2014/main" id="{957AF3E7-0F77-038E-56BB-10E1794D45C3}"/>
              </a:ext>
            </a:extLst>
          </p:cNvPr>
          <p:cNvPicPr>
            <a:picLocks noChangeAspect="1"/>
          </p:cNvPicPr>
          <p:nvPr/>
        </p:nvPicPr>
        <p:blipFill>
          <a:blip r:embed="rId3"/>
          <a:stretch>
            <a:fillRect/>
          </a:stretch>
        </p:blipFill>
        <p:spPr>
          <a:xfrm>
            <a:off x="6476072" y="1134550"/>
            <a:ext cx="1820880" cy="3240000"/>
          </a:xfrm>
          <a:prstGeom prst="rect">
            <a:avLst/>
          </a:prstGeom>
          <a:ln>
            <a:solidFill>
              <a:schemeClr val="tx1"/>
            </a:solidFill>
          </a:ln>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24048978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44">
          <a:extLst>
            <a:ext uri="{FF2B5EF4-FFF2-40B4-BE49-F238E27FC236}">
              <a16:creationId xmlns:a16="http://schemas.microsoft.com/office/drawing/2014/main" id="{D93289C1-29B5-1B6F-50CF-F626DC5A28F3}"/>
            </a:ext>
          </a:extLst>
        </p:cNvPr>
        <p:cNvGrpSpPr/>
        <p:nvPr/>
      </p:nvGrpSpPr>
      <p:grpSpPr>
        <a:xfrm>
          <a:off x="0" y="0"/>
          <a:ext cx="0" cy="0"/>
          <a:chOff x="0" y="0"/>
          <a:chExt cx="0" cy="0"/>
        </a:xfrm>
      </p:grpSpPr>
      <p:sp>
        <p:nvSpPr>
          <p:cNvPr id="245" name="Google Shape;245;p45">
            <a:extLst>
              <a:ext uri="{FF2B5EF4-FFF2-40B4-BE49-F238E27FC236}">
                <a16:creationId xmlns:a16="http://schemas.microsoft.com/office/drawing/2014/main" id="{33BCB8BB-33BC-E503-36B8-15833D8B3231}"/>
              </a:ext>
            </a:extLst>
          </p:cNvPr>
          <p:cNvSpPr txBox="1">
            <a:spLocks noGrp="1"/>
          </p:cNvSpPr>
          <p:nvPr>
            <p:ph type="title"/>
          </p:nvPr>
        </p:nvSpPr>
        <p:spPr>
          <a:xfrm>
            <a:off x="311700" y="170820"/>
            <a:ext cx="8520600" cy="572700"/>
          </a:xfrm>
          <a:prstGeom prst="rect">
            <a:avLst/>
          </a:prstGeom>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dirty="0"/>
              <a:t>What is an Activity?</a:t>
            </a:r>
            <a:endParaRPr dirty="0"/>
          </a:p>
        </p:txBody>
      </p:sp>
      <p:sp>
        <p:nvSpPr>
          <p:cNvPr id="246" name="Google Shape;246;p45">
            <a:extLst>
              <a:ext uri="{FF2B5EF4-FFF2-40B4-BE49-F238E27FC236}">
                <a16:creationId xmlns:a16="http://schemas.microsoft.com/office/drawing/2014/main" id="{054BD7A0-DF1C-0EEF-735D-4FC0068ADF91}"/>
              </a:ext>
            </a:extLst>
          </p:cNvPr>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9</a:t>
            </a:fld>
            <a:endParaRPr/>
          </a:p>
        </p:txBody>
      </p:sp>
      <p:sp>
        <p:nvSpPr>
          <p:cNvPr id="247" name="Google Shape;247;p45">
            <a:extLst>
              <a:ext uri="{FF2B5EF4-FFF2-40B4-BE49-F238E27FC236}">
                <a16:creationId xmlns:a16="http://schemas.microsoft.com/office/drawing/2014/main" id="{2F97D699-1192-26AE-60F4-0A99472C298C}"/>
              </a:ext>
            </a:extLst>
          </p:cNvPr>
          <p:cNvSpPr txBox="1"/>
          <p:nvPr/>
        </p:nvSpPr>
        <p:spPr>
          <a:xfrm>
            <a:off x="362350" y="1393150"/>
            <a:ext cx="4209650" cy="2722800"/>
          </a:xfrm>
          <a:prstGeom prst="rect">
            <a:avLst/>
          </a:prstGeom>
          <a:noFill/>
          <a:ln>
            <a:noFill/>
          </a:ln>
        </p:spPr>
        <p:txBody>
          <a:bodyPr spcFirstLastPara="1" wrap="square" lIns="91425" tIns="91425" rIns="91425" bIns="91425" anchor="t" anchorCtr="0">
            <a:noAutofit/>
          </a:bodyPr>
          <a:lstStyle/>
          <a:p>
            <a:pPr marL="76200" lvl="0" algn="l" rtl="0">
              <a:spcBef>
                <a:spcPts val="0"/>
              </a:spcBef>
              <a:spcAft>
                <a:spcPts val="0"/>
              </a:spcAft>
              <a:buSzPts val="2400"/>
            </a:pPr>
            <a:r>
              <a:rPr lang="en-US" sz="2800" dirty="0"/>
              <a:t>Each activity can then start another activity in order to perform different actions.</a:t>
            </a:r>
          </a:p>
        </p:txBody>
      </p:sp>
      <p:pic>
        <p:nvPicPr>
          <p:cNvPr id="2" name="Picture 1" descr="A white background with black text&#10;&#10;AI-generated content may be incorrect.">
            <a:extLst>
              <a:ext uri="{FF2B5EF4-FFF2-40B4-BE49-F238E27FC236}">
                <a16:creationId xmlns:a16="http://schemas.microsoft.com/office/drawing/2014/main" id="{C0654599-7623-EE79-CF28-D823B88F89CB}"/>
              </a:ext>
            </a:extLst>
          </p:cNvPr>
          <p:cNvPicPr>
            <a:picLocks noChangeAspect="1"/>
          </p:cNvPicPr>
          <p:nvPr/>
        </p:nvPicPr>
        <p:blipFill>
          <a:blip r:embed="rId3"/>
          <a:stretch>
            <a:fillRect/>
          </a:stretch>
        </p:blipFill>
        <p:spPr>
          <a:xfrm>
            <a:off x="6476072" y="1134550"/>
            <a:ext cx="1820880" cy="3240000"/>
          </a:xfrm>
          <a:prstGeom prst="rect">
            <a:avLst/>
          </a:prstGeom>
          <a:ln>
            <a:solidFill>
              <a:schemeClr val="tx1"/>
            </a:solidFill>
          </a:ln>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21075946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8CE5350-87D1-2360-6FEB-2C16B3E5AB1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10</a:t>
            </a:fld>
            <a:endParaRPr lang="en"/>
          </a:p>
        </p:txBody>
      </p:sp>
      <p:sp>
        <p:nvSpPr>
          <p:cNvPr id="3" name="Title 2">
            <a:extLst>
              <a:ext uri="{FF2B5EF4-FFF2-40B4-BE49-F238E27FC236}">
                <a16:creationId xmlns:a16="http://schemas.microsoft.com/office/drawing/2014/main" id="{CEC4E431-2F0C-3025-7B0D-9630AC39B15B}"/>
              </a:ext>
            </a:extLst>
          </p:cNvPr>
          <p:cNvSpPr>
            <a:spLocks noGrp="1"/>
          </p:cNvSpPr>
          <p:nvPr>
            <p:ph type="title"/>
          </p:nvPr>
        </p:nvSpPr>
        <p:spPr/>
        <p:txBody>
          <a:bodyPr/>
          <a:lstStyle/>
          <a:p>
            <a:r>
              <a:rPr lang="en" dirty="0"/>
              <a:t>What is an Activity?</a:t>
            </a:r>
            <a:endParaRPr lang="en-PH" dirty="0"/>
          </a:p>
        </p:txBody>
      </p:sp>
      <p:sp>
        <p:nvSpPr>
          <p:cNvPr id="5" name="TextBox 4">
            <a:extLst>
              <a:ext uri="{FF2B5EF4-FFF2-40B4-BE49-F238E27FC236}">
                <a16:creationId xmlns:a16="http://schemas.microsoft.com/office/drawing/2014/main" id="{5BB3F560-0558-33F2-A9F8-ED957E1D09B8}"/>
              </a:ext>
            </a:extLst>
          </p:cNvPr>
          <p:cNvSpPr txBox="1"/>
          <p:nvPr/>
        </p:nvSpPr>
        <p:spPr>
          <a:xfrm>
            <a:off x="607017" y="3655184"/>
            <a:ext cx="7929965" cy="861774"/>
          </a:xfrm>
          <a:prstGeom prst="rect">
            <a:avLst/>
          </a:prstGeom>
          <a:noFill/>
        </p:spPr>
        <p:txBody>
          <a:bodyPr wrap="square">
            <a:spAutoFit/>
          </a:bodyPr>
          <a:lstStyle/>
          <a:p>
            <a:r>
              <a:rPr lang="en-US" sz="2400" dirty="0"/>
              <a:t>The layout for a particular activity is set with the help of </a:t>
            </a:r>
            <a:r>
              <a:rPr lang="en-US" sz="2400" b="1" dirty="0" err="1">
                <a:solidFill>
                  <a:srgbClr val="00B050"/>
                </a:solidFill>
                <a:latin typeface="Consolas" panose="020B0609020204030204" pitchFamily="49" charset="0"/>
              </a:rPr>
              <a:t>setContentView</a:t>
            </a:r>
            <a:r>
              <a:rPr lang="en-US" sz="2400" b="1" dirty="0">
                <a:solidFill>
                  <a:srgbClr val="00B050"/>
                </a:solidFill>
                <a:latin typeface="Consolas" panose="020B0609020204030204" pitchFamily="49" charset="0"/>
              </a:rPr>
              <a:t>()</a:t>
            </a:r>
            <a:endParaRPr lang="en-PH" sz="2400" b="1" dirty="0">
              <a:solidFill>
                <a:srgbClr val="00B050"/>
              </a:solidFill>
              <a:latin typeface="Consolas" panose="020B0609020204030204" pitchFamily="49" charset="0"/>
            </a:endParaRPr>
          </a:p>
        </p:txBody>
      </p:sp>
      <p:pic>
        <p:nvPicPr>
          <p:cNvPr id="10" name="Picture 9" descr="A screen shot of a computer program&#10;&#10;AI-generated content may be incorrect.">
            <a:extLst>
              <a:ext uri="{FF2B5EF4-FFF2-40B4-BE49-F238E27FC236}">
                <a16:creationId xmlns:a16="http://schemas.microsoft.com/office/drawing/2014/main" id="{1F6E08A1-2F93-ECBF-9194-F8F450E526D4}"/>
              </a:ext>
            </a:extLst>
          </p:cNvPr>
          <p:cNvPicPr>
            <a:picLocks noChangeAspect="1"/>
          </p:cNvPicPr>
          <p:nvPr/>
        </p:nvPicPr>
        <p:blipFill>
          <a:blip r:embed="rId2"/>
          <a:stretch>
            <a:fillRect/>
          </a:stretch>
        </p:blipFill>
        <p:spPr>
          <a:xfrm>
            <a:off x="1399730" y="1047097"/>
            <a:ext cx="6344535" cy="2362530"/>
          </a:xfrm>
          <a:prstGeom prst="rect">
            <a:avLst/>
          </a:prstGeom>
          <a:effectLst>
            <a:outerShdw blurRad="50800" dist="38100" dir="5400000" algn="t" rotWithShape="0">
              <a:prstClr val="black">
                <a:alpha val="40000"/>
              </a:prstClr>
            </a:outerShdw>
          </a:effectLst>
        </p:spPr>
      </p:pic>
      <p:sp>
        <p:nvSpPr>
          <p:cNvPr id="11" name="Google Shape;287;p50">
            <a:extLst>
              <a:ext uri="{FF2B5EF4-FFF2-40B4-BE49-F238E27FC236}">
                <a16:creationId xmlns:a16="http://schemas.microsoft.com/office/drawing/2014/main" id="{196992E0-F23A-5491-3A26-9DC2B7565E63}"/>
              </a:ext>
            </a:extLst>
          </p:cNvPr>
          <p:cNvSpPr/>
          <p:nvPr/>
        </p:nvSpPr>
        <p:spPr>
          <a:xfrm>
            <a:off x="2407405" y="2648465"/>
            <a:ext cx="1534331" cy="268637"/>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415660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23874-A38C-AB7D-A46C-F644F40215A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F5739F6-5863-C028-EB0E-5C1327975E2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11</a:t>
            </a:fld>
            <a:endParaRPr lang="en"/>
          </a:p>
        </p:txBody>
      </p:sp>
      <p:sp>
        <p:nvSpPr>
          <p:cNvPr id="3" name="Title 2">
            <a:extLst>
              <a:ext uri="{FF2B5EF4-FFF2-40B4-BE49-F238E27FC236}">
                <a16:creationId xmlns:a16="http://schemas.microsoft.com/office/drawing/2014/main" id="{5551B70A-66FC-FE36-DE0D-8B72E164F206}"/>
              </a:ext>
            </a:extLst>
          </p:cNvPr>
          <p:cNvSpPr>
            <a:spLocks noGrp="1"/>
          </p:cNvSpPr>
          <p:nvPr>
            <p:ph type="title"/>
          </p:nvPr>
        </p:nvSpPr>
        <p:spPr/>
        <p:txBody>
          <a:bodyPr/>
          <a:lstStyle/>
          <a:p>
            <a:r>
              <a:rPr lang="en" dirty="0"/>
              <a:t>What is an Activity?</a:t>
            </a:r>
            <a:endParaRPr lang="en-PH" dirty="0"/>
          </a:p>
        </p:txBody>
      </p:sp>
      <p:pic>
        <p:nvPicPr>
          <p:cNvPr id="4" name="Picture 3" descr="A screen shot of a computer program&#10;&#10;AI-generated content may be incorrect.">
            <a:extLst>
              <a:ext uri="{FF2B5EF4-FFF2-40B4-BE49-F238E27FC236}">
                <a16:creationId xmlns:a16="http://schemas.microsoft.com/office/drawing/2014/main" id="{B7585EA8-5821-C816-BC5A-4787ED589D98}"/>
              </a:ext>
            </a:extLst>
          </p:cNvPr>
          <p:cNvPicPr>
            <a:picLocks noChangeAspect="1"/>
          </p:cNvPicPr>
          <p:nvPr/>
        </p:nvPicPr>
        <p:blipFill>
          <a:blip r:embed="rId2"/>
          <a:stretch>
            <a:fillRect/>
          </a:stretch>
        </p:blipFill>
        <p:spPr>
          <a:xfrm>
            <a:off x="1399730" y="1047097"/>
            <a:ext cx="6344535" cy="2362530"/>
          </a:xfrm>
          <a:prstGeom prst="rect">
            <a:avLst/>
          </a:prstGeom>
          <a:effectLst>
            <a:outerShdw blurRad="50800" dist="38100" dir="5400000" algn="t" rotWithShape="0">
              <a:prstClr val="black">
                <a:alpha val="40000"/>
              </a:prstClr>
            </a:outerShdw>
          </a:effectLst>
        </p:spPr>
      </p:pic>
      <p:sp>
        <p:nvSpPr>
          <p:cNvPr id="5" name="TextBox 4">
            <a:extLst>
              <a:ext uri="{FF2B5EF4-FFF2-40B4-BE49-F238E27FC236}">
                <a16:creationId xmlns:a16="http://schemas.microsoft.com/office/drawing/2014/main" id="{2FD9E3F5-04D5-12A8-2301-9B232A452F41}"/>
              </a:ext>
            </a:extLst>
          </p:cNvPr>
          <p:cNvSpPr txBox="1"/>
          <p:nvPr/>
        </p:nvSpPr>
        <p:spPr>
          <a:xfrm>
            <a:off x="174352" y="3533613"/>
            <a:ext cx="8795289" cy="738664"/>
          </a:xfrm>
          <a:prstGeom prst="rect">
            <a:avLst/>
          </a:prstGeom>
          <a:noFill/>
        </p:spPr>
        <p:txBody>
          <a:bodyPr wrap="square">
            <a:spAutoFit/>
          </a:bodyPr>
          <a:lstStyle/>
          <a:p>
            <a:r>
              <a:rPr lang="en-US" sz="2100" b="1" dirty="0" err="1">
                <a:solidFill>
                  <a:srgbClr val="00B050"/>
                </a:solidFill>
                <a:latin typeface="Consolas" panose="020B0609020204030204" pitchFamily="49" charset="0"/>
              </a:rPr>
              <a:t>setContentView</a:t>
            </a:r>
            <a:r>
              <a:rPr lang="en-US" sz="2100" b="1" dirty="0">
                <a:solidFill>
                  <a:srgbClr val="00B050"/>
                </a:solidFill>
                <a:latin typeface="Consolas" panose="020B0609020204030204" pitchFamily="49" charset="0"/>
              </a:rPr>
              <a:t>() </a:t>
            </a:r>
            <a:r>
              <a:rPr lang="en-US" sz="2100" dirty="0"/>
              <a:t>is a function that takes View as a parameter. The view parameter basically contains the layout file for that activity.</a:t>
            </a:r>
            <a:endParaRPr lang="en-PH" sz="2100" dirty="0"/>
          </a:p>
        </p:txBody>
      </p:sp>
      <p:sp>
        <p:nvSpPr>
          <p:cNvPr id="6" name="Google Shape;287;p50">
            <a:extLst>
              <a:ext uri="{FF2B5EF4-FFF2-40B4-BE49-F238E27FC236}">
                <a16:creationId xmlns:a16="http://schemas.microsoft.com/office/drawing/2014/main" id="{41DFEC92-4509-F37B-1B74-A2E89AE4D227}"/>
              </a:ext>
            </a:extLst>
          </p:cNvPr>
          <p:cNvSpPr/>
          <p:nvPr/>
        </p:nvSpPr>
        <p:spPr>
          <a:xfrm>
            <a:off x="2407405" y="2648465"/>
            <a:ext cx="1534331" cy="268637"/>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894555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48"/>
          <p:cNvSpPr txBox="1">
            <a:spLocks noGrp="1"/>
          </p:cNvSpPr>
          <p:nvPr>
            <p:ph type="ctrTitle"/>
          </p:nvPr>
        </p:nvSpPr>
        <p:spPr>
          <a:xfrm>
            <a:off x="311708" y="778193"/>
            <a:ext cx="85206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The Activity Lifecycle</a:t>
            </a:r>
            <a:endParaRPr dirty="0"/>
          </a:p>
        </p:txBody>
      </p:sp>
      <p:sp>
        <p:nvSpPr>
          <p:cNvPr id="268" name="Google Shape;268;p48"/>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7AE7C-60D6-17F6-A769-87C7375B0377}"/>
              </a:ext>
            </a:extLst>
          </p:cNvPr>
          <p:cNvSpPr>
            <a:spLocks noGrp="1"/>
          </p:cNvSpPr>
          <p:nvPr>
            <p:ph type="title"/>
          </p:nvPr>
        </p:nvSpPr>
        <p:spPr/>
        <p:txBody>
          <a:bodyPr/>
          <a:lstStyle/>
          <a:p>
            <a:r>
              <a:rPr lang="en" dirty="0"/>
              <a:t>Activity Lifecycle</a:t>
            </a:r>
            <a:endParaRPr lang="en-PH" dirty="0"/>
          </a:p>
        </p:txBody>
      </p:sp>
      <p:sp>
        <p:nvSpPr>
          <p:cNvPr id="3" name="Text Placeholder 2">
            <a:extLst>
              <a:ext uri="{FF2B5EF4-FFF2-40B4-BE49-F238E27FC236}">
                <a16:creationId xmlns:a16="http://schemas.microsoft.com/office/drawing/2014/main" id="{9AF6EF79-554D-7611-90EA-F732DB9725C2}"/>
              </a:ext>
            </a:extLst>
          </p:cNvPr>
          <p:cNvSpPr>
            <a:spLocks noGrp="1"/>
          </p:cNvSpPr>
          <p:nvPr>
            <p:ph type="body" idx="1"/>
          </p:nvPr>
        </p:nvSpPr>
        <p:spPr>
          <a:xfrm>
            <a:off x="311700" y="1076275"/>
            <a:ext cx="4565100" cy="3416400"/>
          </a:xfrm>
        </p:spPr>
        <p:txBody>
          <a:bodyPr/>
          <a:lstStyle/>
          <a:p>
            <a:pPr marL="76200" indent="0">
              <a:buNone/>
            </a:pPr>
            <a:r>
              <a:rPr lang="en-US" dirty="0"/>
              <a:t>As the user navigates through, out of, and back to your app, the </a:t>
            </a:r>
            <a:r>
              <a:rPr lang="en-US" dirty="0">
                <a:latin typeface="Consolas" panose="020B0609020204030204" pitchFamily="49" charset="0"/>
              </a:rPr>
              <a:t>Activity</a:t>
            </a:r>
            <a:r>
              <a:rPr lang="en-US" dirty="0"/>
              <a:t> instances in your app transition through different states in their lifecycle.</a:t>
            </a:r>
            <a:endParaRPr lang="en-PH" dirty="0"/>
          </a:p>
        </p:txBody>
      </p:sp>
      <p:sp>
        <p:nvSpPr>
          <p:cNvPr id="4" name="Slide Number Placeholder 3">
            <a:extLst>
              <a:ext uri="{FF2B5EF4-FFF2-40B4-BE49-F238E27FC236}">
                <a16:creationId xmlns:a16="http://schemas.microsoft.com/office/drawing/2014/main" id="{360F916D-25EE-633C-7C3E-84FF47D92AD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13</a:t>
            </a:fld>
            <a:endParaRPr lang="en"/>
          </a:p>
        </p:txBody>
      </p:sp>
      <p:pic>
        <p:nvPicPr>
          <p:cNvPr id="7" name="Picture 6" descr="A screenshot of a chat&#10;&#10;AI-generated content may be incorrect.">
            <a:extLst>
              <a:ext uri="{FF2B5EF4-FFF2-40B4-BE49-F238E27FC236}">
                <a16:creationId xmlns:a16="http://schemas.microsoft.com/office/drawing/2014/main" id="{BA3670AB-D878-846F-5C76-2A98995D7C4C}"/>
              </a:ext>
            </a:extLst>
          </p:cNvPr>
          <p:cNvPicPr>
            <a:picLocks noChangeAspect="1"/>
          </p:cNvPicPr>
          <p:nvPr/>
        </p:nvPicPr>
        <p:blipFill>
          <a:blip r:embed="rId2"/>
          <a:stretch>
            <a:fillRect/>
          </a:stretch>
        </p:blipFill>
        <p:spPr>
          <a:xfrm>
            <a:off x="6037488" y="984475"/>
            <a:ext cx="2785520" cy="3600000"/>
          </a:xfrm>
          <a:prstGeom prst="rect">
            <a:avLst/>
          </a:prstGeom>
        </p:spPr>
      </p:pic>
    </p:spTree>
    <p:extLst>
      <p:ext uri="{BB962C8B-B14F-4D97-AF65-F5344CB8AC3E}">
        <p14:creationId xmlns:p14="http://schemas.microsoft.com/office/powerpoint/2010/main" val="42357142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0821BD-40B2-0555-A587-A349304002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37502E-4EFA-6F11-235C-6DCE7EFDCCA7}"/>
              </a:ext>
            </a:extLst>
          </p:cNvPr>
          <p:cNvSpPr>
            <a:spLocks noGrp="1"/>
          </p:cNvSpPr>
          <p:nvPr>
            <p:ph type="title"/>
          </p:nvPr>
        </p:nvSpPr>
        <p:spPr/>
        <p:txBody>
          <a:bodyPr/>
          <a:lstStyle/>
          <a:p>
            <a:r>
              <a:rPr lang="en" dirty="0"/>
              <a:t>Activity Lifecycle</a:t>
            </a:r>
            <a:endParaRPr lang="en-PH" dirty="0"/>
          </a:p>
        </p:txBody>
      </p:sp>
      <p:sp>
        <p:nvSpPr>
          <p:cNvPr id="3" name="Text Placeholder 2">
            <a:extLst>
              <a:ext uri="{FF2B5EF4-FFF2-40B4-BE49-F238E27FC236}">
                <a16:creationId xmlns:a16="http://schemas.microsoft.com/office/drawing/2014/main" id="{97960255-B741-7888-27DC-773AA8522FB3}"/>
              </a:ext>
            </a:extLst>
          </p:cNvPr>
          <p:cNvSpPr>
            <a:spLocks noGrp="1"/>
          </p:cNvSpPr>
          <p:nvPr>
            <p:ph type="body" idx="1"/>
          </p:nvPr>
        </p:nvSpPr>
        <p:spPr>
          <a:xfrm>
            <a:off x="311700" y="1076275"/>
            <a:ext cx="4565100" cy="3416400"/>
          </a:xfrm>
        </p:spPr>
        <p:txBody>
          <a:bodyPr/>
          <a:lstStyle/>
          <a:p>
            <a:pPr marL="76200" indent="0">
              <a:buNone/>
            </a:pPr>
            <a:r>
              <a:rPr lang="en-US" dirty="0"/>
              <a:t>The </a:t>
            </a:r>
            <a:r>
              <a:rPr lang="en-US" dirty="0">
                <a:latin typeface="Consolas" panose="020B0609020204030204" pitchFamily="49" charset="0"/>
              </a:rPr>
              <a:t>Activity</a:t>
            </a:r>
            <a:r>
              <a:rPr lang="en-US" dirty="0"/>
              <a:t> class provides a number of </a:t>
            </a:r>
            <a:r>
              <a:rPr lang="en-US" b="1" dirty="0">
                <a:solidFill>
                  <a:srgbClr val="00B050"/>
                </a:solidFill>
              </a:rPr>
              <a:t>callbacks</a:t>
            </a:r>
            <a:r>
              <a:rPr lang="en-US" dirty="0"/>
              <a:t> that let the activity know when a state changes or that the system is creating, stopping, or resuming an activity or destroying the process the activity resides in.</a:t>
            </a:r>
            <a:endParaRPr lang="en-PH" dirty="0"/>
          </a:p>
          <a:p>
            <a:pPr marL="76200" indent="0">
              <a:buNone/>
            </a:pPr>
            <a:endParaRPr lang="en-PH" dirty="0"/>
          </a:p>
        </p:txBody>
      </p:sp>
      <p:sp>
        <p:nvSpPr>
          <p:cNvPr id="4" name="Slide Number Placeholder 3">
            <a:extLst>
              <a:ext uri="{FF2B5EF4-FFF2-40B4-BE49-F238E27FC236}">
                <a16:creationId xmlns:a16="http://schemas.microsoft.com/office/drawing/2014/main" id="{879936B6-1786-744D-F89B-65B22235C8A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14</a:t>
            </a:fld>
            <a:endParaRPr lang="en"/>
          </a:p>
        </p:txBody>
      </p:sp>
      <p:pic>
        <p:nvPicPr>
          <p:cNvPr id="7" name="Picture 6" descr="A screenshot of a chat&#10;&#10;AI-generated content may be incorrect.">
            <a:extLst>
              <a:ext uri="{FF2B5EF4-FFF2-40B4-BE49-F238E27FC236}">
                <a16:creationId xmlns:a16="http://schemas.microsoft.com/office/drawing/2014/main" id="{3EE388B9-CC17-8C75-17FD-3024F43505A6}"/>
              </a:ext>
            </a:extLst>
          </p:cNvPr>
          <p:cNvPicPr>
            <a:picLocks noChangeAspect="1"/>
          </p:cNvPicPr>
          <p:nvPr/>
        </p:nvPicPr>
        <p:blipFill>
          <a:blip r:embed="rId2"/>
          <a:stretch>
            <a:fillRect/>
          </a:stretch>
        </p:blipFill>
        <p:spPr>
          <a:xfrm>
            <a:off x="6037488" y="984475"/>
            <a:ext cx="2785520" cy="3600000"/>
          </a:xfrm>
          <a:prstGeom prst="rect">
            <a:avLst/>
          </a:prstGeom>
        </p:spPr>
      </p:pic>
    </p:spTree>
    <p:extLst>
      <p:ext uri="{BB962C8B-B14F-4D97-AF65-F5344CB8AC3E}">
        <p14:creationId xmlns:p14="http://schemas.microsoft.com/office/powerpoint/2010/main" val="22561393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67AE2-9A8A-473D-CD1F-4984E42DAF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9D908C-34C8-0DE1-7D0B-FF64CBD5CAE0}"/>
              </a:ext>
            </a:extLst>
          </p:cNvPr>
          <p:cNvSpPr>
            <a:spLocks noGrp="1"/>
          </p:cNvSpPr>
          <p:nvPr>
            <p:ph type="title"/>
          </p:nvPr>
        </p:nvSpPr>
        <p:spPr/>
        <p:txBody>
          <a:bodyPr/>
          <a:lstStyle/>
          <a:p>
            <a:r>
              <a:rPr lang="en" dirty="0"/>
              <a:t>Activity Lifecycle</a:t>
            </a:r>
            <a:endParaRPr lang="en-PH" dirty="0"/>
          </a:p>
        </p:txBody>
      </p:sp>
      <p:sp>
        <p:nvSpPr>
          <p:cNvPr id="3" name="Text Placeholder 2">
            <a:extLst>
              <a:ext uri="{FF2B5EF4-FFF2-40B4-BE49-F238E27FC236}">
                <a16:creationId xmlns:a16="http://schemas.microsoft.com/office/drawing/2014/main" id="{9E7FCAB9-9ED8-CD90-E2CD-A82E64AE1DD1}"/>
              </a:ext>
            </a:extLst>
          </p:cNvPr>
          <p:cNvSpPr>
            <a:spLocks noGrp="1"/>
          </p:cNvSpPr>
          <p:nvPr>
            <p:ph type="body" idx="1"/>
          </p:nvPr>
        </p:nvSpPr>
        <p:spPr>
          <a:xfrm>
            <a:off x="311700" y="1076275"/>
            <a:ext cx="4565100" cy="1532606"/>
          </a:xfrm>
        </p:spPr>
        <p:txBody>
          <a:bodyPr/>
          <a:lstStyle/>
          <a:p>
            <a:pPr marL="76200" indent="0">
              <a:lnSpc>
                <a:spcPct val="100000"/>
              </a:lnSpc>
              <a:buNone/>
            </a:pPr>
            <a:r>
              <a:rPr lang="en-US" sz="2100" dirty="0"/>
              <a:t>To navigate transitions between stages of the activity lifecycle, the Activity class provides a core set of six callbacks </a:t>
            </a:r>
          </a:p>
          <a:p>
            <a:pPr marL="76200" indent="0">
              <a:lnSpc>
                <a:spcPct val="100000"/>
              </a:lnSpc>
              <a:buNone/>
            </a:pPr>
            <a:endParaRPr lang="en-US" sz="2100" dirty="0"/>
          </a:p>
        </p:txBody>
      </p:sp>
      <p:sp>
        <p:nvSpPr>
          <p:cNvPr id="4" name="Slide Number Placeholder 3">
            <a:extLst>
              <a:ext uri="{FF2B5EF4-FFF2-40B4-BE49-F238E27FC236}">
                <a16:creationId xmlns:a16="http://schemas.microsoft.com/office/drawing/2014/main" id="{C28CD037-3F4E-1028-4E80-4FF383CCBF3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15</a:t>
            </a:fld>
            <a:endParaRPr lang="en"/>
          </a:p>
        </p:txBody>
      </p:sp>
      <p:pic>
        <p:nvPicPr>
          <p:cNvPr id="7" name="Picture 6" descr="A screenshot of a chat&#10;&#10;AI-generated content may be incorrect.">
            <a:extLst>
              <a:ext uri="{FF2B5EF4-FFF2-40B4-BE49-F238E27FC236}">
                <a16:creationId xmlns:a16="http://schemas.microsoft.com/office/drawing/2014/main" id="{9835AB80-D4BB-3B53-3E06-0597BF322FB7}"/>
              </a:ext>
            </a:extLst>
          </p:cNvPr>
          <p:cNvPicPr>
            <a:picLocks noChangeAspect="1"/>
          </p:cNvPicPr>
          <p:nvPr/>
        </p:nvPicPr>
        <p:blipFill>
          <a:blip r:embed="rId2"/>
          <a:stretch>
            <a:fillRect/>
          </a:stretch>
        </p:blipFill>
        <p:spPr>
          <a:xfrm>
            <a:off x="6037488" y="984475"/>
            <a:ext cx="2785520" cy="3600000"/>
          </a:xfrm>
          <a:prstGeom prst="rect">
            <a:avLst/>
          </a:prstGeom>
        </p:spPr>
      </p:pic>
    </p:spTree>
    <p:extLst>
      <p:ext uri="{BB962C8B-B14F-4D97-AF65-F5344CB8AC3E}">
        <p14:creationId xmlns:p14="http://schemas.microsoft.com/office/powerpoint/2010/main" val="13376760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96283D-5BE4-871C-3C7E-A690EF8312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1032EE-C392-F579-4294-D9F3C431C2C3}"/>
              </a:ext>
            </a:extLst>
          </p:cNvPr>
          <p:cNvSpPr>
            <a:spLocks noGrp="1"/>
          </p:cNvSpPr>
          <p:nvPr>
            <p:ph type="title"/>
          </p:nvPr>
        </p:nvSpPr>
        <p:spPr/>
        <p:txBody>
          <a:bodyPr/>
          <a:lstStyle/>
          <a:p>
            <a:r>
              <a:rPr lang="en" dirty="0"/>
              <a:t>Lifecycle Callbacks</a:t>
            </a:r>
            <a:endParaRPr lang="en-PH" dirty="0"/>
          </a:p>
        </p:txBody>
      </p:sp>
      <p:sp>
        <p:nvSpPr>
          <p:cNvPr id="4" name="Slide Number Placeholder 3">
            <a:extLst>
              <a:ext uri="{FF2B5EF4-FFF2-40B4-BE49-F238E27FC236}">
                <a16:creationId xmlns:a16="http://schemas.microsoft.com/office/drawing/2014/main" id="{D4A779C9-9702-BFC2-6672-C503FA2AB8D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16</a:t>
            </a:fld>
            <a:endParaRPr lang="en"/>
          </a:p>
        </p:txBody>
      </p:sp>
      <p:pic>
        <p:nvPicPr>
          <p:cNvPr id="7" name="Picture 6" descr="A screenshot of a chat&#10;&#10;AI-generated content may be incorrect.">
            <a:extLst>
              <a:ext uri="{FF2B5EF4-FFF2-40B4-BE49-F238E27FC236}">
                <a16:creationId xmlns:a16="http://schemas.microsoft.com/office/drawing/2014/main" id="{7DBBEE1E-248E-36E6-4E25-0A842288CFF6}"/>
              </a:ext>
            </a:extLst>
          </p:cNvPr>
          <p:cNvPicPr>
            <a:picLocks noChangeAspect="1"/>
          </p:cNvPicPr>
          <p:nvPr/>
        </p:nvPicPr>
        <p:blipFill>
          <a:blip r:embed="rId2"/>
          <a:stretch>
            <a:fillRect/>
          </a:stretch>
        </p:blipFill>
        <p:spPr>
          <a:xfrm>
            <a:off x="6037488" y="984475"/>
            <a:ext cx="2785520" cy="3600000"/>
          </a:xfrm>
          <a:prstGeom prst="rect">
            <a:avLst/>
          </a:prstGeom>
        </p:spPr>
      </p:pic>
      <p:sp>
        <p:nvSpPr>
          <p:cNvPr id="8" name="TextBox 7">
            <a:extLst>
              <a:ext uri="{FF2B5EF4-FFF2-40B4-BE49-F238E27FC236}">
                <a16:creationId xmlns:a16="http://schemas.microsoft.com/office/drawing/2014/main" id="{DF9F45E6-B848-4B1A-D3B1-7E4E1F709867}"/>
              </a:ext>
            </a:extLst>
          </p:cNvPr>
          <p:cNvSpPr txBox="1"/>
          <p:nvPr/>
        </p:nvSpPr>
        <p:spPr>
          <a:xfrm>
            <a:off x="746502" y="1663409"/>
            <a:ext cx="1812010" cy="415498"/>
          </a:xfrm>
          <a:prstGeom prst="rect">
            <a:avLst/>
          </a:prstGeom>
          <a:noFill/>
          <a:ln w="38100">
            <a:solidFill>
              <a:schemeClr val="tx1"/>
            </a:solidFill>
          </a:ln>
        </p:spPr>
        <p:txBody>
          <a:bodyPr wrap="square">
            <a:spAutoFit/>
          </a:bodyPr>
          <a:lstStyle/>
          <a:p>
            <a:pPr marL="76200" indent="0">
              <a:lnSpc>
                <a:spcPct val="100000"/>
              </a:lnSpc>
              <a:buNone/>
            </a:pPr>
            <a:r>
              <a:rPr lang="en-US" sz="2100" dirty="0" err="1">
                <a:latin typeface="Consolas" panose="020B0609020204030204" pitchFamily="49" charset="0"/>
              </a:rPr>
              <a:t>onCreate</a:t>
            </a:r>
            <a:r>
              <a:rPr lang="en-US" sz="2100" dirty="0">
                <a:latin typeface="Consolas" panose="020B0609020204030204" pitchFamily="49" charset="0"/>
              </a:rPr>
              <a:t>() </a:t>
            </a:r>
          </a:p>
        </p:txBody>
      </p:sp>
      <p:sp>
        <p:nvSpPr>
          <p:cNvPr id="10" name="TextBox 9">
            <a:extLst>
              <a:ext uri="{FF2B5EF4-FFF2-40B4-BE49-F238E27FC236}">
                <a16:creationId xmlns:a16="http://schemas.microsoft.com/office/drawing/2014/main" id="{E2590BB5-89D7-9F85-2746-D88B61BF1297}"/>
              </a:ext>
            </a:extLst>
          </p:cNvPr>
          <p:cNvSpPr txBox="1"/>
          <p:nvPr/>
        </p:nvSpPr>
        <p:spPr>
          <a:xfrm>
            <a:off x="3149805" y="1663409"/>
            <a:ext cx="1806474" cy="415498"/>
          </a:xfrm>
          <a:prstGeom prst="rect">
            <a:avLst/>
          </a:prstGeom>
          <a:noFill/>
          <a:ln w="38100">
            <a:solidFill>
              <a:schemeClr val="tx1"/>
            </a:solidFill>
          </a:ln>
        </p:spPr>
        <p:txBody>
          <a:bodyPr wrap="square">
            <a:spAutoFit/>
          </a:bodyPr>
          <a:lstStyle/>
          <a:p>
            <a:r>
              <a:rPr lang="en-US" sz="2100" dirty="0" err="1">
                <a:latin typeface="Consolas" panose="020B0609020204030204" pitchFamily="49" charset="0"/>
              </a:rPr>
              <a:t>onStart</a:t>
            </a:r>
            <a:r>
              <a:rPr lang="en-US" sz="2100" dirty="0">
                <a:latin typeface="Consolas" panose="020B0609020204030204" pitchFamily="49" charset="0"/>
              </a:rPr>
              <a:t>()</a:t>
            </a:r>
            <a:endParaRPr lang="en-PH" sz="2100" dirty="0"/>
          </a:p>
        </p:txBody>
      </p:sp>
      <p:sp>
        <p:nvSpPr>
          <p:cNvPr id="12" name="TextBox 11">
            <a:extLst>
              <a:ext uri="{FF2B5EF4-FFF2-40B4-BE49-F238E27FC236}">
                <a16:creationId xmlns:a16="http://schemas.microsoft.com/office/drawing/2014/main" id="{75776BA6-EFF9-0688-F82F-5D95FD983517}"/>
              </a:ext>
            </a:extLst>
          </p:cNvPr>
          <p:cNvSpPr txBox="1"/>
          <p:nvPr/>
        </p:nvSpPr>
        <p:spPr>
          <a:xfrm>
            <a:off x="746502" y="2487657"/>
            <a:ext cx="1730901" cy="415498"/>
          </a:xfrm>
          <a:prstGeom prst="rect">
            <a:avLst/>
          </a:prstGeom>
          <a:noFill/>
          <a:ln w="38100">
            <a:solidFill>
              <a:schemeClr val="tx1"/>
            </a:solidFill>
          </a:ln>
        </p:spPr>
        <p:txBody>
          <a:bodyPr wrap="square">
            <a:spAutoFit/>
          </a:bodyPr>
          <a:lstStyle/>
          <a:p>
            <a:r>
              <a:rPr lang="en-US" sz="2100" dirty="0" err="1">
                <a:latin typeface="Consolas" panose="020B0609020204030204" pitchFamily="49" charset="0"/>
              </a:rPr>
              <a:t>onResume</a:t>
            </a:r>
            <a:r>
              <a:rPr lang="en-US" sz="2100" dirty="0">
                <a:latin typeface="Consolas" panose="020B0609020204030204" pitchFamily="49" charset="0"/>
              </a:rPr>
              <a:t>()</a:t>
            </a:r>
            <a:endParaRPr lang="en-PH" sz="2100" dirty="0"/>
          </a:p>
        </p:txBody>
      </p:sp>
      <p:sp>
        <p:nvSpPr>
          <p:cNvPr id="14" name="TextBox 13">
            <a:extLst>
              <a:ext uri="{FF2B5EF4-FFF2-40B4-BE49-F238E27FC236}">
                <a16:creationId xmlns:a16="http://schemas.microsoft.com/office/drawing/2014/main" id="{FAA83481-9000-A1C1-0C32-640723131013}"/>
              </a:ext>
            </a:extLst>
          </p:cNvPr>
          <p:cNvSpPr txBox="1"/>
          <p:nvPr/>
        </p:nvSpPr>
        <p:spPr>
          <a:xfrm>
            <a:off x="3149804" y="2487657"/>
            <a:ext cx="1806475" cy="415498"/>
          </a:xfrm>
          <a:prstGeom prst="rect">
            <a:avLst/>
          </a:prstGeom>
          <a:noFill/>
          <a:ln w="38100">
            <a:solidFill>
              <a:schemeClr val="tx1"/>
            </a:solidFill>
          </a:ln>
        </p:spPr>
        <p:txBody>
          <a:bodyPr wrap="square">
            <a:spAutoFit/>
          </a:bodyPr>
          <a:lstStyle/>
          <a:p>
            <a:r>
              <a:rPr lang="en-US" sz="2100" dirty="0" err="1">
                <a:latin typeface="Consolas" panose="020B0609020204030204" pitchFamily="49" charset="0"/>
              </a:rPr>
              <a:t>onPause</a:t>
            </a:r>
            <a:r>
              <a:rPr lang="en-US" sz="2100" dirty="0">
                <a:latin typeface="Consolas" panose="020B0609020204030204" pitchFamily="49" charset="0"/>
              </a:rPr>
              <a:t>()</a:t>
            </a:r>
            <a:endParaRPr lang="en-PH" sz="2100" dirty="0"/>
          </a:p>
        </p:txBody>
      </p:sp>
      <p:sp>
        <p:nvSpPr>
          <p:cNvPr id="16" name="TextBox 15">
            <a:extLst>
              <a:ext uri="{FF2B5EF4-FFF2-40B4-BE49-F238E27FC236}">
                <a16:creationId xmlns:a16="http://schemas.microsoft.com/office/drawing/2014/main" id="{28573C69-9BD7-AFEB-8FD3-F714AB38EC19}"/>
              </a:ext>
            </a:extLst>
          </p:cNvPr>
          <p:cNvSpPr txBox="1"/>
          <p:nvPr/>
        </p:nvSpPr>
        <p:spPr>
          <a:xfrm>
            <a:off x="746502" y="3391114"/>
            <a:ext cx="1730901" cy="415498"/>
          </a:xfrm>
          <a:prstGeom prst="rect">
            <a:avLst/>
          </a:prstGeom>
          <a:noFill/>
          <a:ln w="38100">
            <a:solidFill>
              <a:schemeClr val="tx1"/>
            </a:solidFill>
          </a:ln>
        </p:spPr>
        <p:txBody>
          <a:bodyPr wrap="square">
            <a:spAutoFit/>
          </a:bodyPr>
          <a:lstStyle/>
          <a:p>
            <a:r>
              <a:rPr lang="en-US" sz="2100" dirty="0" err="1">
                <a:latin typeface="Consolas" panose="020B0609020204030204" pitchFamily="49" charset="0"/>
              </a:rPr>
              <a:t>onStop</a:t>
            </a:r>
            <a:r>
              <a:rPr lang="en-US" sz="2100" dirty="0">
                <a:latin typeface="Consolas" panose="020B0609020204030204" pitchFamily="49" charset="0"/>
              </a:rPr>
              <a:t>()</a:t>
            </a:r>
            <a:endParaRPr lang="en-PH" sz="2100" dirty="0"/>
          </a:p>
        </p:txBody>
      </p:sp>
      <p:sp>
        <p:nvSpPr>
          <p:cNvPr id="18" name="TextBox 17">
            <a:extLst>
              <a:ext uri="{FF2B5EF4-FFF2-40B4-BE49-F238E27FC236}">
                <a16:creationId xmlns:a16="http://schemas.microsoft.com/office/drawing/2014/main" id="{A4311C70-668A-4B43-DA11-E15BDE1C124A}"/>
              </a:ext>
            </a:extLst>
          </p:cNvPr>
          <p:cNvSpPr txBox="1"/>
          <p:nvPr/>
        </p:nvSpPr>
        <p:spPr>
          <a:xfrm>
            <a:off x="3149804" y="3404029"/>
            <a:ext cx="1806476" cy="415498"/>
          </a:xfrm>
          <a:prstGeom prst="rect">
            <a:avLst/>
          </a:prstGeom>
          <a:noFill/>
          <a:ln w="38100">
            <a:solidFill>
              <a:schemeClr val="tx1"/>
            </a:solidFill>
          </a:ln>
        </p:spPr>
        <p:txBody>
          <a:bodyPr wrap="square">
            <a:spAutoFit/>
          </a:bodyPr>
          <a:lstStyle/>
          <a:p>
            <a:r>
              <a:rPr lang="en-US" sz="2100" dirty="0" err="1">
                <a:latin typeface="Consolas" panose="020B0609020204030204" pitchFamily="49" charset="0"/>
              </a:rPr>
              <a:t>onDestroy</a:t>
            </a:r>
            <a:r>
              <a:rPr lang="en-US" sz="2100" dirty="0">
                <a:latin typeface="Consolas" panose="020B0609020204030204" pitchFamily="49" charset="0"/>
              </a:rPr>
              <a:t>() </a:t>
            </a:r>
            <a:endParaRPr lang="en-PH" sz="2100" dirty="0"/>
          </a:p>
        </p:txBody>
      </p:sp>
    </p:spTree>
    <p:extLst>
      <p:ext uri="{BB962C8B-B14F-4D97-AF65-F5344CB8AC3E}">
        <p14:creationId xmlns:p14="http://schemas.microsoft.com/office/powerpoint/2010/main" val="2716814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2" grpId="0"/>
      <p:bldP spid="14" grpId="0"/>
      <p:bldP spid="16" grpId="0"/>
      <p:bldP spid="1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81280-C779-2871-BD69-203C505697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C6464B-0D71-67A2-4E25-50180CAA1964}"/>
              </a:ext>
            </a:extLst>
          </p:cNvPr>
          <p:cNvSpPr>
            <a:spLocks noGrp="1"/>
          </p:cNvSpPr>
          <p:nvPr>
            <p:ph type="title"/>
          </p:nvPr>
        </p:nvSpPr>
        <p:spPr/>
        <p:txBody>
          <a:bodyPr/>
          <a:lstStyle/>
          <a:p>
            <a:r>
              <a:rPr lang="en" dirty="0"/>
              <a:t>Lifecycle Callbacks</a:t>
            </a:r>
            <a:endParaRPr lang="en-PH" dirty="0"/>
          </a:p>
        </p:txBody>
      </p:sp>
      <p:sp>
        <p:nvSpPr>
          <p:cNvPr id="3" name="Text Placeholder 2">
            <a:extLst>
              <a:ext uri="{FF2B5EF4-FFF2-40B4-BE49-F238E27FC236}">
                <a16:creationId xmlns:a16="http://schemas.microsoft.com/office/drawing/2014/main" id="{ACBBF600-5AA9-2F5E-8C38-9878C842A98E}"/>
              </a:ext>
            </a:extLst>
          </p:cNvPr>
          <p:cNvSpPr>
            <a:spLocks noGrp="1"/>
          </p:cNvSpPr>
          <p:nvPr>
            <p:ph type="body" idx="1"/>
          </p:nvPr>
        </p:nvSpPr>
        <p:spPr>
          <a:xfrm>
            <a:off x="311700" y="1076275"/>
            <a:ext cx="4565100" cy="3508200"/>
          </a:xfrm>
        </p:spPr>
        <p:txBody>
          <a:bodyPr/>
          <a:lstStyle/>
          <a:p>
            <a:pPr marL="76200" indent="0">
              <a:lnSpc>
                <a:spcPct val="100000"/>
              </a:lnSpc>
              <a:buNone/>
            </a:pPr>
            <a:r>
              <a:rPr lang="en-US" sz="2100" dirty="0"/>
              <a:t>The system invokes each of these callbacks as the activity enters a new state.</a:t>
            </a:r>
          </a:p>
        </p:txBody>
      </p:sp>
      <p:sp>
        <p:nvSpPr>
          <p:cNvPr id="4" name="Slide Number Placeholder 3">
            <a:extLst>
              <a:ext uri="{FF2B5EF4-FFF2-40B4-BE49-F238E27FC236}">
                <a16:creationId xmlns:a16="http://schemas.microsoft.com/office/drawing/2014/main" id="{B6E78E7E-C4AD-BF29-F850-9C782FEC94E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17</a:t>
            </a:fld>
            <a:endParaRPr lang="en"/>
          </a:p>
        </p:txBody>
      </p:sp>
      <p:pic>
        <p:nvPicPr>
          <p:cNvPr id="7" name="Picture 6" descr="A screenshot of a chat&#10;&#10;AI-generated content may be incorrect.">
            <a:extLst>
              <a:ext uri="{FF2B5EF4-FFF2-40B4-BE49-F238E27FC236}">
                <a16:creationId xmlns:a16="http://schemas.microsoft.com/office/drawing/2014/main" id="{5B22EEAD-D874-39C3-B82E-FBA9DE2455F9}"/>
              </a:ext>
            </a:extLst>
          </p:cNvPr>
          <p:cNvPicPr>
            <a:picLocks noChangeAspect="1"/>
          </p:cNvPicPr>
          <p:nvPr/>
        </p:nvPicPr>
        <p:blipFill>
          <a:blip r:embed="rId2"/>
          <a:stretch>
            <a:fillRect/>
          </a:stretch>
        </p:blipFill>
        <p:spPr>
          <a:xfrm>
            <a:off x="6037488" y="984475"/>
            <a:ext cx="2785520" cy="3600000"/>
          </a:xfrm>
          <a:prstGeom prst="rect">
            <a:avLst/>
          </a:prstGeom>
        </p:spPr>
      </p:pic>
    </p:spTree>
    <p:extLst>
      <p:ext uri="{BB962C8B-B14F-4D97-AF65-F5344CB8AC3E}">
        <p14:creationId xmlns:p14="http://schemas.microsoft.com/office/powerpoint/2010/main" val="31616966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4C1E12C-7287-8854-E342-5EE65277BA4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18</a:t>
            </a:fld>
            <a:endParaRPr lang="en"/>
          </a:p>
        </p:txBody>
      </p:sp>
      <p:pic>
        <p:nvPicPr>
          <p:cNvPr id="4" name="Picture 3" descr="A screenshot of a chat&#10;&#10;AI-generated content may be incorrect.">
            <a:extLst>
              <a:ext uri="{FF2B5EF4-FFF2-40B4-BE49-F238E27FC236}">
                <a16:creationId xmlns:a16="http://schemas.microsoft.com/office/drawing/2014/main" id="{5AAAB949-B742-B9FE-88AA-C1351303D57D}"/>
              </a:ext>
            </a:extLst>
          </p:cNvPr>
          <p:cNvPicPr>
            <a:picLocks noChangeAspect="1"/>
          </p:cNvPicPr>
          <p:nvPr/>
        </p:nvPicPr>
        <p:blipFill>
          <a:blip r:embed="rId2"/>
          <a:stretch>
            <a:fillRect/>
          </a:stretch>
        </p:blipFill>
        <p:spPr>
          <a:xfrm>
            <a:off x="2900688" y="103322"/>
            <a:ext cx="3342624" cy="4320000"/>
          </a:xfrm>
          <a:prstGeom prst="rect">
            <a:avLst/>
          </a:prstGeom>
        </p:spPr>
      </p:pic>
    </p:spTree>
    <p:extLst>
      <p:ext uri="{BB962C8B-B14F-4D97-AF65-F5344CB8AC3E}">
        <p14:creationId xmlns:p14="http://schemas.microsoft.com/office/powerpoint/2010/main" val="36461731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8799E-4EBC-4C30-7416-90115524EC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DF6A27-3A05-96A3-C2E8-5867CF65C5B0}"/>
              </a:ext>
            </a:extLst>
          </p:cNvPr>
          <p:cNvSpPr>
            <a:spLocks noGrp="1"/>
          </p:cNvSpPr>
          <p:nvPr>
            <p:ph type="title"/>
          </p:nvPr>
        </p:nvSpPr>
        <p:spPr/>
        <p:txBody>
          <a:bodyPr/>
          <a:lstStyle/>
          <a:p>
            <a:r>
              <a:rPr lang="en-PH" dirty="0" err="1">
                <a:latin typeface="Consolas" panose="020B0609020204030204" pitchFamily="49" charset="0"/>
              </a:rPr>
              <a:t>onCreate</a:t>
            </a:r>
            <a:r>
              <a:rPr lang="en-PH" dirty="0">
                <a:latin typeface="Consolas" panose="020B0609020204030204" pitchFamily="49" charset="0"/>
              </a:rPr>
              <a:t>()</a:t>
            </a:r>
          </a:p>
        </p:txBody>
      </p:sp>
      <p:sp>
        <p:nvSpPr>
          <p:cNvPr id="3" name="Text Placeholder 2">
            <a:extLst>
              <a:ext uri="{FF2B5EF4-FFF2-40B4-BE49-F238E27FC236}">
                <a16:creationId xmlns:a16="http://schemas.microsoft.com/office/drawing/2014/main" id="{3F9F6CD7-D416-2BEB-00A1-CB49175F94C3}"/>
              </a:ext>
            </a:extLst>
          </p:cNvPr>
          <p:cNvSpPr>
            <a:spLocks noGrp="1"/>
          </p:cNvSpPr>
          <p:nvPr>
            <p:ph type="body" idx="1"/>
          </p:nvPr>
        </p:nvSpPr>
        <p:spPr>
          <a:xfrm>
            <a:off x="311700" y="1076275"/>
            <a:ext cx="4880232" cy="3416400"/>
          </a:xfrm>
        </p:spPr>
        <p:txBody>
          <a:bodyPr/>
          <a:lstStyle/>
          <a:p>
            <a:pPr marL="76200" indent="0" algn="l" fontAlgn="base">
              <a:spcAft>
                <a:spcPts val="1800"/>
              </a:spcAft>
              <a:buNone/>
            </a:pPr>
            <a:r>
              <a:rPr lang="en-US" sz="2100" dirty="0"/>
              <a:t>The </a:t>
            </a:r>
            <a:r>
              <a:rPr lang="en-US" sz="2100" dirty="0" err="1">
                <a:latin typeface="Consolas" panose="020B0609020204030204" pitchFamily="49" charset="0"/>
              </a:rPr>
              <a:t>onCreate</a:t>
            </a:r>
            <a:r>
              <a:rPr lang="en-US" sz="2100" dirty="0">
                <a:latin typeface="Consolas" panose="020B0609020204030204" pitchFamily="49" charset="0"/>
              </a:rPr>
              <a:t>() </a:t>
            </a:r>
            <a:r>
              <a:rPr lang="en-US" sz="2100" dirty="0"/>
              <a:t>method is the place, where the user </a:t>
            </a:r>
            <a:r>
              <a:rPr lang="en-US" sz="2100" b="1" dirty="0">
                <a:solidFill>
                  <a:srgbClr val="00B050"/>
                </a:solidFill>
              </a:rPr>
              <a:t>initializes the activity</a:t>
            </a:r>
            <a:r>
              <a:rPr lang="en-US" sz="2100" dirty="0"/>
              <a:t>. </a:t>
            </a:r>
          </a:p>
          <a:p>
            <a:pPr marL="76200" indent="0" algn="l" fontAlgn="base">
              <a:spcAft>
                <a:spcPts val="1800"/>
              </a:spcAft>
              <a:buNone/>
            </a:pPr>
            <a:r>
              <a:rPr lang="en-US" sz="2100" dirty="0"/>
              <a:t>This method is called when the activity is starting and also the method that is used to initialize most of the things in the android app.</a:t>
            </a:r>
          </a:p>
        </p:txBody>
      </p:sp>
      <p:sp>
        <p:nvSpPr>
          <p:cNvPr id="4" name="Slide Number Placeholder 3">
            <a:extLst>
              <a:ext uri="{FF2B5EF4-FFF2-40B4-BE49-F238E27FC236}">
                <a16:creationId xmlns:a16="http://schemas.microsoft.com/office/drawing/2014/main" id="{573DAD60-7042-87A5-4EF4-B3B30D603C6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19</a:t>
            </a:fld>
            <a:endParaRPr lang="en"/>
          </a:p>
        </p:txBody>
      </p:sp>
      <p:pic>
        <p:nvPicPr>
          <p:cNvPr id="5" name="Picture 4" descr="A screenshot of a chat&#10;&#10;AI-generated content may be incorrect.">
            <a:extLst>
              <a:ext uri="{FF2B5EF4-FFF2-40B4-BE49-F238E27FC236}">
                <a16:creationId xmlns:a16="http://schemas.microsoft.com/office/drawing/2014/main" id="{84AE311C-B215-39F9-4FC7-80580AC02375}"/>
              </a:ext>
            </a:extLst>
          </p:cNvPr>
          <p:cNvPicPr>
            <a:picLocks noChangeAspect="1"/>
          </p:cNvPicPr>
          <p:nvPr/>
        </p:nvPicPr>
        <p:blipFill>
          <a:blip r:embed="rId2"/>
          <a:stretch>
            <a:fillRect/>
          </a:stretch>
        </p:blipFill>
        <p:spPr>
          <a:xfrm>
            <a:off x="6037488" y="984475"/>
            <a:ext cx="2785520" cy="3600000"/>
          </a:xfrm>
          <a:prstGeom prst="rect">
            <a:avLst/>
          </a:prstGeom>
        </p:spPr>
      </p:pic>
      <p:sp>
        <p:nvSpPr>
          <p:cNvPr id="6" name="Google Shape;287;p50">
            <a:extLst>
              <a:ext uri="{FF2B5EF4-FFF2-40B4-BE49-F238E27FC236}">
                <a16:creationId xmlns:a16="http://schemas.microsoft.com/office/drawing/2014/main" id="{8DBE9CA6-56F0-15AC-2E5A-A8AF74120206}"/>
              </a:ext>
            </a:extLst>
          </p:cNvPr>
          <p:cNvSpPr/>
          <p:nvPr/>
        </p:nvSpPr>
        <p:spPr>
          <a:xfrm>
            <a:off x="6865749" y="1372438"/>
            <a:ext cx="873071" cy="268637"/>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95184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A5E6E-A2B4-3341-C14F-4CBF6CAA697F}"/>
              </a:ext>
            </a:extLst>
          </p:cNvPr>
          <p:cNvSpPr>
            <a:spLocks noGrp="1"/>
          </p:cNvSpPr>
          <p:nvPr>
            <p:ph type="title"/>
          </p:nvPr>
        </p:nvSpPr>
        <p:spPr/>
        <p:txBody>
          <a:bodyPr/>
          <a:lstStyle/>
          <a:p>
            <a:r>
              <a:rPr lang="en-PH" dirty="0" err="1">
                <a:latin typeface="Consolas" panose="020B0609020204030204" pitchFamily="49" charset="0"/>
              </a:rPr>
              <a:t>onCreate</a:t>
            </a:r>
            <a:r>
              <a:rPr lang="en-PH" dirty="0">
                <a:latin typeface="Consolas" panose="020B0609020204030204" pitchFamily="49" charset="0"/>
              </a:rPr>
              <a:t>()</a:t>
            </a:r>
          </a:p>
        </p:txBody>
      </p:sp>
      <p:sp>
        <p:nvSpPr>
          <p:cNvPr id="3" name="Text Placeholder 2">
            <a:extLst>
              <a:ext uri="{FF2B5EF4-FFF2-40B4-BE49-F238E27FC236}">
                <a16:creationId xmlns:a16="http://schemas.microsoft.com/office/drawing/2014/main" id="{B152D955-5067-A71B-0435-E9ADE6966246}"/>
              </a:ext>
            </a:extLst>
          </p:cNvPr>
          <p:cNvSpPr>
            <a:spLocks noGrp="1"/>
          </p:cNvSpPr>
          <p:nvPr>
            <p:ph type="body" idx="1"/>
          </p:nvPr>
        </p:nvSpPr>
        <p:spPr>
          <a:xfrm>
            <a:off x="311700" y="1076275"/>
            <a:ext cx="5288354" cy="3416400"/>
          </a:xfrm>
        </p:spPr>
        <p:txBody>
          <a:bodyPr/>
          <a:lstStyle/>
          <a:p>
            <a:pPr marL="76200" indent="0">
              <a:buNone/>
            </a:pPr>
            <a:r>
              <a:rPr lang="en-US" sz="1800" dirty="0"/>
              <a:t>You must implement this callback, which executes when the system first creates the activity. </a:t>
            </a:r>
          </a:p>
          <a:p>
            <a:pPr marL="76200" indent="0">
              <a:buNone/>
            </a:pPr>
            <a:endParaRPr lang="en-US" sz="1800" dirty="0"/>
          </a:p>
          <a:p>
            <a:pPr marL="76200" indent="0">
              <a:buNone/>
            </a:pPr>
            <a:r>
              <a:rPr lang="en-US" sz="1800" dirty="0"/>
              <a:t>On activity creation, the activity enters the </a:t>
            </a:r>
            <a:r>
              <a:rPr lang="en-US" sz="1800" b="1" dirty="0">
                <a:solidFill>
                  <a:srgbClr val="00B050"/>
                </a:solidFill>
              </a:rPr>
              <a:t>Created state</a:t>
            </a:r>
            <a:r>
              <a:rPr lang="en-US" sz="1800" dirty="0"/>
              <a:t>. This is where you should perform basic application startup logic that happens only once for the entire life of the activity.</a:t>
            </a:r>
          </a:p>
          <a:p>
            <a:endParaRPr lang="en-PH" sz="1800" dirty="0"/>
          </a:p>
        </p:txBody>
      </p:sp>
      <p:sp>
        <p:nvSpPr>
          <p:cNvPr id="4" name="Slide Number Placeholder 3">
            <a:extLst>
              <a:ext uri="{FF2B5EF4-FFF2-40B4-BE49-F238E27FC236}">
                <a16:creationId xmlns:a16="http://schemas.microsoft.com/office/drawing/2014/main" id="{9B1436F1-2A43-CFA0-25B1-AD5B7B14939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20</a:t>
            </a:fld>
            <a:endParaRPr lang="en"/>
          </a:p>
        </p:txBody>
      </p:sp>
      <p:pic>
        <p:nvPicPr>
          <p:cNvPr id="5" name="Picture 4" descr="A screenshot of a chat&#10;&#10;AI-generated content may be incorrect.">
            <a:extLst>
              <a:ext uri="{FF2B5EF4-FFF2-40B4-BE49-F238E27FC236}">
                <a16:creationId xmlns:a16="http://schemas.microsoft.com/office/drawing/2014/main" id="{2AECB1F8-5D58-F67A-56B0-0AA8C97FC154}"/>
              </a:ext>
            </a:extLst>
          </p:cNvPr>
          <p:cNvPicPr>
            <a:picLocks noChangeAspect="1"/>
          </p:cNvPicPr>
          <p:nvPr/>
        </p:nvPicPr>
        <p:blipFill>
          <a:blip r:embed="rId2"/>
          <a:stretch>
            <a:fillRect/>
          </a:stretch>
        </p:blipFill>
        <p:spPr>
          <a:xfrm>
            <a:off x="6037488" y="984475"/>
            <a:ext cx="2785520" cy="3600000"/>
          </a:xfrm>
          <a:prstGeom prst="rect">
            <a:avLst/>
          </a:prstGeom>
        </p:spPr>
      </p:pic>
      <p:sp>
        <p:nvSpPr>
          <p:cNvPr id="6" name="Google Shape;287;p50">
            <a:extLst>
              <a:ext uri="{FF2B5EF4-FFF2-40B4-BE49-F238E27FC236}">
                <a16:creationId xmlns:a16="http://schemas.microsoft.com/office/drawing/2014/main" id="{B50A1D4F-ADE0-E730-B5AC-EB0129BE6FA2}"/>
              </a:ext>
            </a:extLst>
          </p:cNvPr>
          <p:cNvSpPr/>
          <p:nvPr/>
        </p:nvSpPr>
        <p:spPr>
          <a:xfrm>
            <a:off x="6865749" y="1372438"/>
            <a:ext cx="873071" cy="268637"/>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0257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0BB38-AC70-7390-D9D9-E5ED64D947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589256-5B86-1EE3-7801-B897BA4707A3}"/>
              </a:ext>
            </a:extLst>
          </p:cNvPr>
          <p:cNvSpPr>
            <a:spLocks noGrp="1"/>
          </p:cNvSpPr>
          <p:nvPr>
            <p:ph type="title"/>
          </p:nvPr>
        </p:nvSpPr>
        <p:spPr/>
        <p:txBody>
          <a:bodyPr/>
          <a:lstStyle/>
          <a:p>
            <a:r>
              <a:rPr lang="en-PH" dirty="0" err="1">
                <a:latin typeface="Consolas" panose="020B0609020204030204" pitchFamily="49" charset="0"/>
              </a:rPr>
              <a:t>onCreate</a:t>
            </a:r>
            <a:r>
              <a:rPr lang="en-PH" dirty="0">
                <a:latin typeface="Consolas" panose="020B0609020204030204" pitchFamily="49" charset="0"/>
              </a:rPr>
              <a:t>()</a:t>
            </a:r>
          </a:p>
        </p:txBody>
      </p:sp>
      <p:sp>
        <p:nvSpPr>
          <p:cNvPr id="4" name="Slide Number Placeholder 3">
            <a:extLst>
              <a:ext uri="{FF2B5EF4-FFF2-40B4-BE49-F238E27FC236}">
                <a16:creationId xmlns:a16="http://schemas.microsoft.com/office/drawing/2014/main" id="{DA6AC38F-FDD8-725E-8507-F30230C6EAC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21</a:t>
            </a:fld>
            <a:endParaRPr lang="en"/>
          </a:p>
        </p:txBody>
      </p:sp>
      <p:pic>
        <p:nvPicPr>
          <p:cNvPr id="7" name="Picture 6" descr="A screen shot of a computer program&#10;&#10;AI-generated content may be incorrect.">
            <a:extLst>
              <a:ext uri="{FF2B5EF4-FFF2-40B4-BE49-F238E27FC236}">
                <a16:creationId xmlns:a16="http://schemas.microsoft.com/office/drawing/2014/main" id="{3405460A-8EC0-EB13-749D-E8A13F18BCE9}"/>
              </a:ext>
            </a:extLst>
          </p:cNvPr>
          <p:cNvPicPr>
            <a:picLocks noChangeAspect="1"/>
          </p:cNvPicPr>
          <p:nvPr/>
        </p:nvPicPr>
        <p:blipFill>
          <a:blip r:embed="rId2"/>
          <a:stretch>
            <a:fillRect/>
          </a:stretch>
        </p:blipFill>
        <p:spPr>
          <a:xfrm>
            <a:off x="1399730" y="1047097"/>
            <a:ext cx="6344535" cy="2362530"/>
          </a:xfrm>
          <a:prstGeom prst="rect">
            <a:avLst/>
          </a:prstGeom>
          <a:effectLst>
            <a:outerShdw blurRad="50800" dist="38100" dir="5400000" algn="t" rotWithShape="0">
              <a:prstClr val="black">
                <a:alpha val="40000"/>
              </a:prstClr>
            </a:outerShdw>
          </a:effectLst>
        </p:spPr>
      </p:pic>
      <p:sp>
        <p:nvSpPr>
          <p:cNvPr id="8" name="Google Shape;287;p50">
            <a:extLst>
              <a:ext uri="{FF2B5EF4-FFF2-40B4-BE49-F238E27FC236}">
                <a16:creationId xmlns:a16="http://schemas.microsoft.com/office/drawing/2014/main" id="{E2FE3113-DAAE-DB89-AC95-13D66495D83D}"/>
              </a:ext>
            </a:extLst>
          </p:cNvPr>
          <p:cNvSpPr/>
          <p:nvPr/>
        </p:nvSpPr>
        <p:spPr>
          <a:xfrm>
            <a:off x="3347636" y="2162852"/>
            <a:ext cx="3900405" cy="268637"/>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TextBox 9">
            <a:extLst>
              <a:ext uri="{FF2B5EF4-FFF2-40B4-BE49-F238E27FC236}">
                <a16:creationId xmlns:a16="http://schemas.microsoft.com/office/drawing/2014/main" id="{1EF0DFB1-D07E-F269-FCFF-D63BA158383E}"/>
              </a:ext>
            </a:extLst>
          </p:cNvPr>
          <p:cNvSpPr txBox="1"/>
          <p:nvPr/>
        </p:nvSpPr>
        <p:spPr>
          <a:xfrm>
            <a:off x="882109" y="3529878"/>
            <a:ext cx="7379776" cy="738664"/>
          </a:xfrm>
          <a:prstGeom prst="rect">
            <a:avLst/>
          </a:prstGeom>
          <a:noFill/>
        </p:spPr>
        <p:txBody>
          <a:bodyPr wrap="square">
            <a:spAutoFit/>
          </a:bodyPr>
          <a:lstStyle/>
          <a:p>
            <a:pPr algn="l" fontAlgn="base">
              <a:spcAft>
                <a:spcPts val="1800"/>
              </a:spcAft>
            </a:pPr>
            <a:r>
              <a:rPr lang="en-US" sz="2100" dirty="0"/>
              <a:t>The </a:t>
            </a:r>
            <a:r>
              <a:rPr lang="en-US" sz="2100" dirty="0" err="1">
                <a:latin typeface="Consolas" panose="020B0609020204030204" pitchFamily="49" charset="0"/>
              </a:rPr>
              <a:t>onCreate</a:t>
            </a:r>
            <a:r>
              <a:rPr lang="en-US" sz="2100" dirty="0">
                <a:latin typeface="Consolas" panose="020B0609020204030204" pitchFamily="49" charset="0"/>
              </a:rPr>
              <a:t>()</a:t>
            </a:r>
            <a:r>
              <a:rPr lang="en-US" sz="2100" dirty="0"/>
              <a:t> method takes </a:t>
            </a:r>
            <a:r>
              <a:rPr lang="en-US" sz="2100" dirty="0" err="1">
                <a:latin typeface="Consolas" panose="020B0609020204030204" pitchFamily="49" charset="0"/>
              </a:rPr>
              <a:t>savedInstanceState</a:t>
            </a:r>
            <a:r>
              <a:rPr lang="en-US" sz="2100" dirty="0"/>
              <a:t> as the parameter, which the object of type </a:t>
            </a:r>
            <a:r>
              <a:rPr lang="en-US" sz="2100" dirty="0">
                <a:latin typeface="Consolas" panose="020B0609020204030204" pitchFamily="49" charset="0"/>
              </a:rPr>
              <a:t>Bundle.</a:t>
            </a:r>
            <a:endParaRPr lang="en-US" sz="2100" dirty="0"/>
          </a:p>
        </p:txBody>
      </p:sp>
    </p:spTree>
    <p:extLst>
      <p:ext uri="{BB962C8B-B14F-4D97-AF65-F5344CB8AC3E}">
        <p14:creationId xmlns:p14="http://schemas.microsoft.com/office/powerpoint/2010/main" val="560243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0ECD0-FF58-5804-CF62-B241CB82E4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EECAF2-E74A-5A1E-2C33-F2A480954344}"/>
              </a:ext>
            </a:extLst>
          </p:cNvPr>
          <p:cNvSpPr>
            <a:spLocks noGrp="1"/>
          </p:cNvSpPr>
          <p:nvPr>
            <p:ph type="title"/>
          </p:nvPr>
        </p:nvSpPr>
        <p:spPr/>
        <p:txBody>
          <a:bodyPr/>
          <a:lstStyle/>
          <a:p>
            <a:r>
              <a:rPr lang="en-PH" dirty="0" err="1">
                <a:latin typeface="Consolas" panose="020B0609020204030204" pitchFamily="49" charset="0"/>
              </a:rPr>
              <a:t>onCreate</a:t>
            </a:r>
            <a:r>
              <a:rPr lang="en-PH" dirty="0">
                <a:latin typeface="Consolas" panose="020B0609020204030204" pitchFamily="49" charset="0"/>
              </a:rPr>
              <a:t>()</a:t>
            </a:r>
          </a:p>
        </p:txBody>
      </p:sp>
      <p:sp>
        <p:nvSpPr>
          <p:cNvPr id="4" name="Slide Number Placeholder 3">
            <a:extLst>
              <a:ext uri="{FF2B5EF4-FFF2-40B4-BE49-F238E27FC236}">
                <a16:creationId xmlns:a16="http://schemas.microsoft.com/office/drawing/2014/main" id="{0195CE9D-8DCA-28C5-5DF9-1E89C854186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22</a:t>
            </a:fld>
            <a:endParaRPr lang="en"/>
          </a:p>
        </p:txBody>
      </p:sp>
      <p:pic>
        <p:nvPicPr>
          <p:cNvPr id="7" name="Picture 6" descr="A screen shot of a computer program&#10;&#10;AI-generated content may be incorrect.">
            <a:extLst>
              <a:ext uri="{FF2B5EF4-FFF2-40B4-BE49-F238E27FC236}">
                <a16:creationId xmlns:a16="http://schemas.microsoft.com/office/drawing/2014/main" id="{4076D4E5-208C-1FE1-B7AD-F1708CF9287C}"/>
              </a:ext>
            </a:extLst>
          </p:cNvPr>
          <p:cNvPicPr>
            <a:picLocks noChangeAspect="1"/>
          </p:cNvPicPr>
          <p:nvPr/>
        </p:nvPicPr>
        <p:blipFill>
          <a:blip r:embed="rId2"/>
          <a:stretch>
            <a:fillRect/>
          </a:stretch>
        </p:blipFill>
        <p:spPr>
          <a:xfrm>
            <a:off x="1399730" y="1047097"/>
            <a:ext cx="6344535" cy="2362530"/>
          </a:xfrm>
          <a:prstGeom prst="rect">
            <a:avLst/>
          </a:prstGeom>
          <a:effectLst>
            <a:outerShdw blurRad="50800" dist="38100" dir="5400000" algn="t" rotWithShape="0">
              <a:prstClr val="black">
                <a:alpha val="40000"/>
              </a:prstClr>
            </a:outerShdw>
          </a:effectLst>
        </p:spPr>
      </p:pic>
      <p:sp>
        <p:nvSpPr>
          <p:cNvPr id="8" name="Google Shape;287;p50">
            <a:extLst>
              <a:ext uri="{FF2B5EF4-FFF2-40B4-BE49-F238E27FC236}">
                <a16:creationId xmlns:a16="http://schemas.microsoft.com/office/drawing/2014/main" id="{AAB1F8EC-CE88-D215-C190-887FC1C5130F}"/>
              </a:ext>
            </a:extLst>
          </p:cNvPr>
          <p:cNvSpPr/>
          <p:nvPr/>
        </p:nvSpPr>
        <p:spPr>
          <a:xfrm>
            <a:off x="3347636" y="2162852"/>
            <a:ext cx="3900405" cy="268637"/>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TextBox 9">
            <a:extLst>
              <a:ext uri="{FF2B5EF4-FFF2-40B4-BE49-F238E27FC236}">
                <a16:creationId xmlns:a16="http://schemas.microsoft.com/office/drawing/2014/main" id="{E8493A3F-8DBE-037E-33C0-FFA1BDF1B7F3}"/>
              </a:ext>
            </a:extLst>
          </p:cNvPr>
          <p:cNvSpPr txBox="1"/>
          <p:nvPr/>
        </p:nvSpPr>
        <p:spPr>
          <a:xfrm>
            <a:off x="882109" y="3529878"/>
            <a:ext cx="7379776" cy="923330"/>
          </a:xfrm>
          <a:prstGeom prst="rect">
            <a:avLst/>
          </a:prstGeom>
          <a:noFill/>
        </p:spPr>
        <p:txBody>
          <a:bodyPr wrap="square">
            <a:spAutoFit/>
          </a:bodyPr>
          <a:lstStyle/>
          <a:p>
            <a:pPr algn="l" fontAlgn="base">
              <a:spcAft>
                <a:spcPts val="1800"/>
              </a:spcAft>
            </a:pPr>
            <a:r>
              <a:rPr lang="en-US" sz="1800" dirty="0"/>
              <a:t>Bundle Object which contains the previously saved data of the activity. If the activity is newly created then the bundle won’t be saving any data of the activity and would contain the null value.</a:t>
            </a:r>
          </a:p>
        </p:txBody>
      </p:sp>
    </p:spTree>
    <p:extLst>
      <p:ext uri="{BB962C8B-B14F-4D97-AF65-F5344CB8AC3E}">
        <p14:creationId xmlns:p14="http://schemas.microsoft.com/office/powerpoint/2010/main" val="679821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19E15-528F-148F-D9D3-7C7F53B3C0E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90F5980-7D59-E3E6-7720-EDDE2C8669E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23</a:t>
            </a:fld>
            <a:endParaRPr lang="en"/>
          </a:p>
        </p:txBody>
      </p:sp>
      <p:sp>
        <p:nvSpPr>
          <p:cNvPr id="3" name="Title 2">
            <a:extLst>
              <a:ext uri="{FF2B5EF4-FFF2-40B4-BE49-F238E27FC236}">
                <a16:creationId xmlns:a16="http://schemas.microsoft.com/office/drawing/2014/main" id="{4A71E42F-AD02-3966-7FB0-E23EB553E78E}"/>
              </a:ext>
            </a:extLst>
          </p:cNvPr>
          <p:cNvSpPr>
            <a:spLocks noGrp="1"/>
          </p:cNvSpPr>
          <p:nvPr>
            <p:ph type="title"/>
          </p:nvPr>
        </p:nvSpPr>
        <p:spPr/>
        <p:txBody>
          <a:bodyPr/>
          <a:lstStyle/>
          <a:p>
            <a:r>
              <a:rPr lang="en" dirty="0">
                <a:latin typeface="Consolas" panose="020B0609020204030204" pitchFamily="49" charset="0"/>
              </a:rPr>
              <a:t>onCreate()</a:t>
            </a:r>
            <a:endParaRPr lang="en-PH" dirty="0">
              <a:latin typeface="Consolas" panose="020B0609020204030204" pitchFamily="49" charset="0"/>
            </a:endParaRPr>
          </a:p>
        </p:txBody>
      </p:sp>
      <p:pic>
        <p:nvPicPr>
          <p:cNvPr id="4" name="Picture 3" descr="A screen shot of a computer program&#10;&#10;AI-generated content may be incorrect.">
            <a:extLst>
              <a:ext uri="{FF2B5EF4-FFF2-40B4-BE49-F238E27FC236}">
                <a16:creationId xmlns:a16="http://schemas.microsoft.com/office/drawing/2014/main" id="{F11EC23A-7E28-9AC8-E759-A4DB1BDD5240}"/>
              </a:ext>
            </a:extLst>
          </p:cNvPr>
          <p:cNvPicPr>
            <a:picLocks noChangeAspect="1"/>
          </p:cNvPicPr>
          <p:nvPr/>
        </p:nvPicPr>
        <p:blipFill>
          <a:blip r:embed="rId2"/>
          <a:stretch>
            <a:fillRect/>
          </a:stretch>
        </p:blipFill>
        <p:spPr>
          <a:xfrm>
            <a:off x="1399730" y="1047097"/>
            <a:ext cx="6344535" cy="2362530"/>
          </a:xfrm>
          <a:prstGeom prst="rect">
            <a:avLst/>
          </a:prstGeom>
          <a:effectLst>
            <a:outerShdw blurRad="50800" dist="38100" dir="5400000" algn="t" rotWithShape="0">
              <a:prstClr val="black">
                <a:alpha val="40000"/>
              </a:prstClr>
            </a:outerShdw>
          </a:effectLst>
        </p:spPr>
      </p:pic>
      <p:sp>
        <p:nvSpPr>
          <p:cNvPr id="5" name="TextBox 4">
            <a:extLst>
              <a:ext uri="{FF2B5EF4-FFF2-40B4-BE49-F238E27FC236}">
                <a16:creationId xmlns:a16="http://schemas.microsoft.com/office/drawing/2014/main" id="{DD3A36DA-0796-9FC2-E9F2-48935EB48EF6}"/>
              </a:ext>
            </a:extLst>
          </p:cNvPr>
          <p:cNvSpPr txBox="1"/>
          <p:nvPr/>
        </p:nvSpPr>
        <p:spPr>
          <a:xfrm>
            <a:off x="311700" y="3660653"/>
            <a:ext cx="8785658" cy="738664"/>
          </a:xfrm>
          <a:prstGeom prst="rect">
            <a:avLst/>
          </a:prstGeom>
          <a:noFill/>
        </p:spPr>
        <p:txBody>
          <a:bodyPr wrap="square">
            <a:spAutoFit/>
          </a:bodyPr>
          <a:lstStyle/>
          <a:p>
            <a:r>
              <a:rPr lang="en-US" sz="2100" dirty="0">
                <a:latin typeface="Consolas" panose="020B0609020204030204" pitchFamily="49" charset="0"/>
              </a:rPr>
              <a:t>The </a:t>
            </a:r>
            <a:r>
              <a:rPr lang="en-US" sz="2100" dirty="0" err="1">
                <a:latin typeface="Consolas" panose="020B0609020204030204" pitchFamily="49" charset="0"/>
              </a:rPr>
              <a:t>onCreate</a:t>
            </a:r>
            <a:r>
              <a:rPr lang="en-US" sz="2100" dirty="0">
                <a:latin typeface="Consolas" panose="020B0609020204030204" pitchFamily="49" charset="0"/>
              </a:rPr>
              <a:t>() </a:t>
            </a:r>
            <a:r>
              <a:rPr lang="en-US" sz="2100" dirty="0"/>
              <a:t>method calls the </a:t>
            </a:r>
            <a:r>
              <a:rPr lang="en-US" sz="2100" dirty="0" err="1">
                <a:latin typeface="Consolas" panose="020B0609020204030204" pitchFamily="49" charset="0"/>
              </a:rPr>
              <a:t>setContentView</a:t>
            </a:r>
            <a:r>
              <a:rPr lang="en-US" sz="2100" dirty="0">
                <a:latin typeface="Consolas" panose="020B0609020204030204" pitchFamily="49" charset="0"/>
              </a:rPr>
              <a:t>() </a:t>
            </a:r>
            <a:r>
              <a:rPr lang="en-US" sz="2100" dirty="0"/>
              <a:t>method to set the view corresponding to the activity.</a:t>
            </a:r>
            <a:endParaRPr lang="en-PH" sz="2100" dirty="0"/>
          </a:p>
        </p:txBody>
      </p:sp>
      <p:sp>
        <p:nvSpPr>
          <p:cNvPr id="6" name="Google Shape;287;p50">
            <a:extLst>
              <a:ext uri="{FF2B5EF4-FFF2-40B4-BE49-F238E27FC236}">
                <a16:creationId xmlns:a16="http://schemas.microsoft.com/office/drawing/2014/main" id="{73E564FC-919C-226E-62B8-2D9D8BAC57C6}"/>
              </a:ext>
            </a:extLst>
          </p:cNvPr>
          <p:cNvSpPr/>
          <p:nvPr/>
        </p:nvSpPr>
        <p:spPr>
          <a:xfrm>
            <a:off x="2407405" y="2648465"/>
            <a:ext cx="1534331" cy="268637"/>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387624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4FF92-A78B-0196-F6A2-38FBD4CF5F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A30C68-25F3-A9DB-72AA-040AB2893EBB}"/>
              </a:ext>
            </a:extLst>
          </p:cNvPr>
          <p:cNvSpPr>
            <a:spLocks noGrp="1"/>
          </p:cNvSpPr>
          <p:nvPr>
            <p:ph type="title"/>
          </p:nvPr>
        </p:nvSpPr>
        <p:spPr/>
        <p:txBody>
          <a:bodyPr/>
          <a:lstStyle/>
          <a:p>
            <a:r>
              <a:rPr lang="en-PH" dirty="0" err="1">
                <a:latin typeface="Consolas" panose="020B0609020204030204" pitchFamily="49" charset="0"/>
              </a:rPr>
              <a:t>onStart</a:t>
            </a:r>
            <a:r>
              <a:rPr lang="en-PH" dirty="0">
                <a:latin typeface="Consolas" panose="020B0609020204030204" pitchFamily="49" charset="0"/>
              </a:rPr>
              <a:t>()</a:t>
            </a:r>
          </a:p>
        </p:txBody>
      </p:sp>
      <p:sp>
        <p:nvSpPr>
          <p:cNvPr id="3" name="Text Placeholder 2">
            <a:extLst>
              <a:ext uri="{FF2B5EF4-FFF2-40B4-BE49-F238E27FC236}">
                <a16:creationId xmlns:a16="http://schemas.microsoft.com/office/drawing/2014/main" id="{60159672-BF79-2A77-D1EB-4BFD98147281}"/>
              </a:ext>
            </a:extLst>
          </p:cNvPr>
          <p:cNvSpPr>
            <a:spLocks noGrp="1"/>
          </p:cNvSpPr>
          <p:nvPr>
            <p:ph type="body" idx="1"/>
          </p:nvPr>
        </p:nvSpPr>
        <p:spPr>
          <a:xfrm>
            <a:off x="311700" y="1076275"/>
            <a:ext cx="4559934" cy="3416400"/>
          </a:xfrm>
        </p:spPr>
        <p:txBody>
          <a:bodyPr/>
          <a:lstStyle/>
          <a:p>
            <a:pPr marL="76200" indent="0">
              <a:lnSpc>
                <a:spcPct val="100000"/>
              </a:lnSpc>
              <a:buNone/>
            </a:pPr>
            <a:r>
              <a:rPr lang="en-US" sz="1800" dirty="0"/>
              <a:t>When the activity enters the </a:t>
            </a:r>
            <a:r>
              <a:rPr lang="en-US" sz="1800" b="1" dirty="0"/>
              <a:t>Started state</a:t>
            </a:r>
            <a:r>
              <a:rPr lang="en-US" sz="1800" dirty="0"/>
              <a:t>, the system invokes </a:t>
            </a:r>
            <a:r>
              <a:rPr lang="en-US" sz="1800" dirty="0" err="1">
                <a:latin typeface="Consolas" panose="020B0609020204030204" pitchFamily="49" charset="0"/>
              </a:rPr>
              <a:t>onStart</a:t>
            </a:r>
            <a:r>
              <a:rPr lang="en-US" sz="1800" dirty="0">
                <a:latin typeface="Consolas" panose="020B0609020204030204" pitchFamily="49" charset="0"/>
              </a:rPr>
              <a:t>()</a:t>
            </a:r>
            <a:r>
              <a:rPr lang="en-US" sz="1800" dirty="0"/>
              <a:t>. </a:t>
            </a:r>
          </a:p>
          <a:p>
            <a:pPr marL="76200" indent="0">
              <a:lnSpc>
                <a:spcPct val="100000"/>
              </a:lnSpc>
              <a:buNone/>
            </a:pPr>
            <a:endParaRPr lang="en-US" sz="1800" dirty="0"/>
          </a:p>
          <a:p>
            <a:pPr marL="76200" indent="0">
              <a:lnSpc>
                <a:spcPct val="100000"/>
              </a:lnSpc>
              <a:buNone/>
            </a:pPr>
            <a:r>
              <a:rPr lang="en-US" sz="1800" dirty="0"/>
              <a:t>This call </a:t>
            </a:r>
            <a:r>
              <a:rPr lang="en-US" sz="1800" b="1" dirty="0"/>
              <a:t>makes the activity visible to the user as the app </a:t>
            </a:r>
            <a:r>
              <a:rPr lang="en-US" sz="1800" dirty="0"/>
              <a:t>prepares for the activity to enter the foreground and become interactive. </a:t>
            </a:r>
          </a:p>
          <a:p>
            <a:pPr marL="76200" indent="0">
              <a:lnSpc>
                <a:spcPct val="100000"/>
              </a:lnSpc>
              <a:buNone/>
            </a:pPr>
            <a:r>
              <a:rPr lang="en-US" sz="1800" dirty="0"/>
              <a:t>For example, this method is where the code that maintains the UI is initialized.</a:t>
            </a:r>
          </a:p>
        </p:txBody>
      </p:sp>
      <p:sp>
        <p:nvSpPr>
          <p:cNvPr id="4" name="Slide Number Placeholder 3">
            <a:extLst>
              <a:ext uri="{FF2B5EF4-FFF2-40B4-BE49-F238E27FC236}">
                <a16:creationId xmlns:a16="http://schemas.microsoft.com/office/drawing/2014/main" id="{B1455DAD-78FE-7A9D-20B7-5A1F10AA4AD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24</a:t>
            </a:fld>
            <a:endParaRPr lang="en"/>
          </a:p>
        </p:txBody>
      </p:sp>
      <p:pic>
        <p:nvPicPr>
          <p:cNvPr id="7" name="Picture 6" descr="A screenshot of a chat&#10;&#10;AI-generated content may be incorrect.">
            <a:extLst>
              <a:ext uri="{FF2B5EF4-FFF2-40B4-BE49-F238E27FC236}">
                <a16:creationId xmlns:a16="http://schemas.microsoft.com/office/drawing/2014/main" id="{545F87A4-94C0-0ED0-C36D-A62E603EA60C}"/>
              </a:ext>
            </a:extLst>
          </p:cNvPr>
          <p:cNvPicPr>
            <a:picLocks noChangeAspect="1"/>
          </p:cNvPicPr>
          <p:nvPr/>
        </p:nvPicPr>
        <p:blipFill>
          <a:blip r:embed="rId2"/>
          <a:stretch>
            <a:fillRect/>
          </a:stretch>
        </p:blipFill>
        <p:spPr>
          <a:xfrm>
            <a:off x="6037488" y="984475"/>
            <a:ext cx="2785520" cy="3600000"/>
          </a:xfrm>
          <a:prstGeom prst="rect">
            <a:avLst/>
          </a:prstGeom>
        </p:spPr>
      </p:pic>
      <p:sp>
        <p:nvSpPr>
          <p:cNvPr id="8" name="Google Shape;287;p50">
            <a:extLst>
              <a:ext uri="{FF2B5EF4-FFF2-40B4-BE49-F238E27FC236}">
                <a16:creationId xmlns:a16="http://schemas.microsoft.com/office/drawing/2014/main" id="{58A71FE6-52F2-A8E2-D631-4C2AE7DABF24}"/>
              </a:ext>
            </a:extLst>
          </p:cNvPr>
          <p:cNvSpPr/>
          <p:nvPr/>
        </p:nvSpPr>
        <p:spPr>
          <a:xfrm>
            <a:off x="6901912" y="1646242"/>
            <a:ext cx="873071" cy="268637"/>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12254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B7DA52-18CE-41FE-33BC-A24429C6CC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DFE6D0-6593-5E2D-4A0C-00189CB33E25}"/>
              </a:ext>
            </a:extLst>
          </p:cNvPr>
          <p:cNvSpPr>
            <a:spLocks noGrp="1"/>
          </p:cNvSpPr>
          <p:nvPr>
            <p:ph type="title"/>
          </p:nvPr>
        </p:nvSpPr>
        <p:spPr/>
        <p:txBody>
          <a:bodyPr/>
          <a:lstStyle/>
          <a:p>
            <a:r>
              <a:rPr lang="en-PH" dirty="0" err="1">
                <a:latin typeface="Consolas" panose="020B0609020204030204" pitchFamily="49" charset="0"/>
              </a:rPr>
              <a:t>onStart</a:t>
            </a:r>
            <a:r>
              <a:rPr lang="en-PH" dirty="0">
                <a:latin typeface="Consolas" panose="020B0609020204030204" pitchFamily="49" charset="0"/>
              </a:rPr>
              <a:t>()</a:t>
            </a:r>
          </a:p>
        </p:txBody>
      </p:sp>
      <p:sp>
        <p:nvSpPr>
          <p:cNvPr id="3" name="Text Placeholder 2">
            <a:extLst>
              <a:ext uri="{FF2B5EF4-FFF2-40B4-BE49-F238E27FC236}">
                <a16:creationId xmlns:a16="http://schemas.microsoft.com/office/drawing/2014/main" id="{6BDCF494-D419-D4E8-8B14-E9FFCF4026F3}"/>
              </a:ext>
            </a:extLst>
          </p:cNvPr>
          <p:cNvSpPr>
            <a:spLocks noGrp="1"/>
          </p:cNvSpPr>
          <p:nvPr>
            <p:ph type="body" idx="1"/>
          </p:nvPr>
        </p:nvSpPr>
        <p:spPr>
          <a:xfrm>
            <a:off x="311700" y="1076275"/>
            <a:ext cx="4162144" cy="3416400"/>
          </a:xfrm>
        </p:spPr>
        <p:txBody>
          <a:bodyPr/>
          <a:lstStyle/>
          <a:p>
            <a:pPr marL="76200" indent="0">
              <a:lnSpc>
                <a:spcPct val="100000"/>
              </a:lnSpc>
              <a:buNone/>
            </a:pPr>
            <a:r>
              <a:rPr lang="en-US" sz="2000" dirty="0"/>
              <a:t>The </a:t>
            </a:r>
            <a:r>
              <a:rPr lang="en-US" sz="2000" dirty="0" err="1">
                <a:latin typeface="Consolas" panose="020B0609020204030204" pitchFamily="49" charset="0"/>
              </a:rPr>
              <a:t>onStart</a:t>
            </a:r>
            <a:r>
              <a:rPr lang="en-US" sz="2000" dirty="0">
                <a:latin typeface="Consolas" panose="020B0609020204030204" pitchFamily="49" charset="0"/>
              </a:rPr>
              <a:t>() </a:t>
            </a:r>
            <a:r>
              <a:rPr lang="en-US" sz="2000" dirty="0"/>
              <a:t>method completes quickly and, as with the Created state, the activity does not remain in the Started state. </a:t>
            </a:r>
          </a:p>
          <a:p>
            <a:pPr marL="76200" indent="0">
              <a:lnSpc>
                <a:spcPct val="100000"/>
              </a:lnSpc>
              <a:buNone/>
            </a:pPr>
            <a:endParaRPr lang="en-US" sz="2000" dirty="0"/>
          </a:p>
          <a:p>
            <a:pPr marL="76200" indent="0">
              <a:lnSpc>
                <a:spcPct val="100000"/>
              </a:lnSpc>
              <a:buNone/>
            </a:pPr>
            <a:r>
              <a:rPr lang="en-US" sz="2000" dirty="0"/>
              <a:t>Once this callback finishes, the activity enters the </a:t>
            </a:r>
            <a:r>
              <a:rPr lang="en-US" sz="2000" b="1" dirty="0"/>
              <a:t>Resumed state </a:t>
            </a:r>
            <a:r>
              <a:rPr lang="en-US" sz="2000" dirty="0"/>
              <a:t>and the system invokes the </a:t>
            </a:r>
            <a:r>
              <a:rPr lang="en-US" sz="2000" dirty="0" err="1">
                <a:latin typeface="Consolas" panose="020B0609020204030204" pitchFamily="49" charset="0"/>
              </a:rPr>
              <a:t>onResume</a:t>
            </a:r>
            <a:r>
              <a:rPr lang="en-US" sz="2000" dirty="0">
                <a:latin typeface="Consolas" panose="020B0609020204030204" pitchFamily="49" charset="0"/>
              </a:rPr>
              <a:t>() </a:t>
            </a:r>
            <a:r>
              <a:rPr lang="en-US" sz="2000" dirty="0"/>
              <a:t>method.</a:t>
            </a:r>
          </a:p>
        </p:txBody>
      </p:sp>
      <p:sp>
        <p:nvSpPr>
          <p:cNvPr id="4" name="Slide Number Placeholder 3">
            <a:extLst>
              <a:ext uri="{FF2B5EF4-FFF2-40B4-BE49-F238E27FC236}">
                <a16:creationId xmlns:a16="http://schemas.microsoft.com/office/drawing/2014/main" id="{9B4F87F1-D158-1D82-393E-3CC805A8627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25</a:t>
            </a:fld>
            <a:endParaRPr lang="en"/>
          </a:p>
        </p:txBody>
      </p:sp>
      <p:pic>
        <p:nvPicPr>
          <p:cNvPr id="6" name="Picture 5" descr="A screenshot of a chat&#10;&#10;AI-generated content may be incorrect.">
            <a:extLst>
              <a:ext uri="{FF2B5EF4-FFF2-40B4-BE49-F238E27FC236}">
                <a16:creationId xmlns:a16="http://schemas.microsoft.com/office/drawing/2014/main" id="{F773323E-1AD7-68DD-5B00-81A69ADF23FF}"/>
              </a:ext>
            </a:extLst>
          </p:cNvPr>
          <p:cNvPicPr>
            <a:picLocks noChangeAspect="1"/>
          </p:cNvPicPr>
          <p:nvPr/>
        </p:nvPicPr>
        <p:blipFill>
          <a:blip r:embed="rId2"/>
          <a:stretch>
            <a:fillRect/>
          </a:stretch>
        </p:blipFill>
        <p:spPr>
          <a:xfrm>
            <a:off x="6037488" y="984475"/>
            <a:ext cx="2785520" cy="3600000"/>
          </a:xfrm>
          <a:prstGeom prst="rect">
            <a:avLst/>
          </a:prstGeom>
        </p:spPr>
      </p:pic>
      <p:sp>
        <p:nvSpPr>
          <p:cNvPr id="7" name="Google Shape;287;p50">
            <a:extLst>
              <a:ext uri="{FF2B5EF4-FFF2-40B4-BE49-F238E27FC236}">
                <a16:creationId xmlns:a16="http://schemas.microsoft.com/office/drawing/2014/main" id="{1394AA79-FF4B-2093-0E9B-E6A06F126D2E}"/>
              </a:ext>
            </a:extLst>
          </p:cNvPr>
          <p:cNvSpPr/>
          <p:nvPr/>
        </p:nvSpPr>
        <p:spPr>
          <a:xfrm>
            <a:off x="6901912" y="1646242"/>
            <a:ext cx="873071" cy="268637"/>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440917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D765D-BB30-216D-F2C8-428EFB655A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AB0761-F9E0-CCA3-3B0D-24CF54C25CE4}"/>
              </a:ext>
            </a:extLst>
          </p:cNvPr>
          <p:cNvSpPr>
            <a:spLocks noGrp="1"/>
          </p:cNvSpPr>
          <p:nvPr>
            <p:ph type="title"/>
          </p:nvPr>
        </p:nvSpPr>
        <p:spPr/>
        <p:txBody>
          <a:bodyPr/>
          <a:lstStyle/>
          <a:p>
            <a:r>
              <a:rPr lang="en-PH" dirty="0" err="1">
                <a:latin typeface="Consolas" panose="020B0609020204030204" pitchFamily="49" charset="0"/>
              </a:rPr>
              <a:t>onResume</a:t>
            </a:r>
            <a:r>
              <a:rPr lang="en-PH" dirty="0">
                <a:latin typeface="Consolas" panose="020B0609020204030204" pitchFamily="49" charset="0"/>
              </a:rPr>
              <a:t>()</a:t>
            </a:r>
          </a:p>
        </p:txBody>
      </p:sp>
      <p:sp>
        <p:nvSpPr>
          <p:cNvPr id="3" name="Text Placeholder 2">
            <a:extLst>
              <a:ext uri="{FF2B5EF4-FFF2-40B4-BE49-F238E27FC236}">
                <a16:creationId xmlns:a16="http://schemas.microsoft.com/office/drawing/2014/main" id="{E5828815-8A67-E40E-B6E8-F04A8C42CD02}"/>
              </a:ext>
            </a:extLst>
          </p:cNvPr>
          <p:cNvSpPr>
            <a:spLocks noGrp="1"/>
          </p:cNvSpPr>
          <p:nvPr>
            <p:ph type="body" idx="1"/>
          </p:nvPr>
        </p:nvSpPr>
        <p:spPr>
          <a:xfrm>
            <a:off x="311700" y="1076275"/>
            <a:ext cx="4575432" cy="3416400"/>
          </a:xfrm>
        </p:spPr>
        <p:txBody>
          <a:bodyPr/>
          <a:lstStyle/>
          <a:p>
            <a:pPr marL="76200" indent="0">
              <a:lnSpc>
                <a:spcPct val="100000"/>
              </a:lnSpc>
              <a:buNone/>
            </a:pPr>
            <a:r>
              <a:rPr lang="en-US" sz="1800" dirty="0"/>
              <a:t>When the activity enters the </a:t>
            </a:r>
            <a:r>
              <a:rPr lang="en-US" sz="1800" b="1" dirty="0"/>
              <a:t>Resumed state, </a:t>
            </a:r>
            <a:r>
              <a:rPr lang="en-US" sz="1800" dirty="0"/>
              <a:t>it comes to the foreground, and the system invokes the </a:t>
            </a:r>
            <a:r>
              <a:rPr lang="en-US" sz="1800" dirty="0" err="1">
                <a:latin typeface="Consolas" panose="020B0609020204030204" pitchFamily="49" charset="0"/>
              </a:rPr>
              <a:t>onResume</a:t>
            </a:r>
            <a:r>
              <a:rPr lang="en-US" sz="1800" dirty="0">
                <a:latin typeface="Consolas" panose="020B0609020204030204" pitchFamily="49" charset="0"/>
              </a:rPr>
              <a:t>() </a:t>
            </a:r>
            <a:r>
              <a:rPr lang="en-US" sz="1800" dirty="0"/>
              <a:t>callback. </a:t>
            </a:r>
          </a:p>
          <a:p>
            <a:pPr marL="76200" indent="0">
              <a:lnSpc>
                <a:spcPct val="100000"/>
              </a:lnSpc>
              <a:buNone/>
            </a:pPr>
            <a:endParaRPr lang="en-US" sz="1800" dirty="0"/>
          </a:p>
          <a:p>
            <a:pPr marL="76200" indent="0">
              <a:lnSpc>
                <a:spcPct val="100000"/>
              </a:lnSpc>
              <a:buNone/>
            </a:pPr>
            <a:r>
              <a:rPr lang="en-US" sz="1800" dirty="0"/>
              <a:t>This is the state in which the app interacts with the user. </a:t>
            </a:r>
          </a:p>
        </p:txBody>
      </p:sp>
      <p:sp>
        <p:nvSpPr>
          <p:cNvPr id="4" name="Slide Number Placeholder 3">
            <a:extLst>
              <a:ext uri="{FF2B5EF4-FFF2-40B4-BE49-F238E27FC236}">
                <a16:creationId xmlns:a16="http://schemas.microsoft.com/office/drawing/2014/main" id="{DE4220CB-74D7-72BA-3169-C41BC3047C8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26</a:t>
            </a:fld>
            <a:endParaRPr lang="en"/>
          </a:p>
        </p:txBody>
      </p:sp>
      <p:pic>
        <p:nvPicPr>
          <p:cNvPr id="5" name="Picture 4" descr="A screenshot of a chat&#10;&#10;AI-generated content may be incorrect.">
            <a:extLst>
              <a:ext uri="{FF2B5EF4-FFF2-40B4-BE49-F238E27FC236}">
                <a16:creationId xmlns:a16="http://schemas.microsoft.com/office/drawing/2014/main" id="{4EEC622E-7E9B-9637-9EB6-91E12E0881E9}"/>
              </a:ext>
            </a:extLst>
          </p:cNvPr>
          <p:cNvPicPr>
            <a:picLocks noChangeAspect="1"/>
          </p:cNvPicPr>
          <p:nvPr/>
        </p:nvPicPr>
        <p:blipFill>
          <a:blip r:embed="rId2"/>
          <a:stretch>
            <a:fillRect/>
          </a:stretch>
        </p:blipFill>
        <p:spPr>
          <a:xfrm>
            <a:off x="6037488" y="984475"/>
            <a:ext cx="2785520" cy="3600000"/>
          </a:xfrm>
          <a:prstGeom prst="rect">
            <a:avLst/>
          </a:prstGeom>
        </p:spPr>
      </p:pic>
      <p:sp>
        <p:nvSpPr>
          <p:cNvPr id="6" name="Google Shape;287;p50">
            <a:extLst>
              <a:ext uri="{FF2B5EF4-FFF2-40B4-BE49-F238E27FC236}">
                <a16:creationId xmlns:a16="http://schemas.microsoft.com/office/drawing/2014/main" id="{082D510E-3ED7-4803-1351-A5CBC4440BAB}"/>
              </a:ext>
            </a:extLst>
          </p:cNvPr>
          <p:cNvSpPr/>
          <p:nvPr/>
        </p:nvSpPr>
        <p:spPr>
          <a:xfrm>
            <a:off x="6870915" y="1951042"/>
            <a:ext cx="873071" cy="268637"/>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8012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FA85A1-DED3-4116-A8F1-0AC6E32A6C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3BF4BB-C517-6866-CD08-495B40EED486}"/>
              </a:ext>
            </a:extLst>
          </p:cNvPr>
          <p:cNvSpPr>
            <a:spLocks noGrp="1"/>
          </p:cNvSpPr>
          <p:nvPr>
            <p:ph type="title"/>
          </p:nvPr>
        </p:nvSpPr>
        <p:spPr/>
        <p:txBody>
          <a:bodyPr/>
          <a:lstStyle/>
          <a:p>
            <a:r>
              <a:rPr lang="en-PH" dirty="0" err="1">
                <a:latin typeface="Consolas" panose="020B0609020204030204" pitchFamily="49" charset="0"/>
              </a:rPr>
              <a:t>onResume</a:t>
            </a:r>
            <a:r>
              <a:rPr lang="en-PH" dirty="0">
                <a:latin typeface="Consolas" panose="020B0609020204030204" pitchFamily="49" charset="0"/>
              </a:rPr>
              <a:t>()</a:t>
            </a:r>
          </a:p>
        </p:txBody>
      </p:sp>
      <p:sp>
        <p:nvSpPr>
          <p:cNvPr id="3" name="Text Placeholder 2">
            <a:extLst>
              <a:ext uri="{FF2B5EF4-FFF2-40B4-BE49-F238E27FC236}">
                <a16:creationId xmlns:a16="http://schemas.microsoft.com/office/drawing/2014/main" id="{DCC27B2B-640F-36C4-207E-A3C3B398A0E2}"/>
              </a:ext>
            </a:extLst>
          </p:cNvPr>
          <p:cNvSpPr>
            <a:spLocks noGrp="1"/>
          </p:cNvSpPr>
          <p:nvPr>
            <p:ph type="body" idx="1"/>
          </p:nvPr>
        </p:nvSpPr>
        <p:spPr>
          <a:xfrm>
            <a:off x="311700" y="1076275"/>
            <a:ext cx="5247025" cy="3416400"/>
          </a:xfrm>
        </p:spPr>
        <p:txBody>
          <a:bodyPr/>
          <a:lstStyle/>
          <a:p>
            <a:pPr marL="76200" indent="0">
              <a:lnSpc>
                <a:spcPct val="100000"/>
              </a:lnSpc>
              <a:buNone/>
            </a:pPr>
            <a:r>
              <a:rPr lang="en-US" sz="2200" dirty="0"/>
              <a:t>The app stays in this state until something happens to take focus away from the app, such as the device receiving a phone call, the user navigating to another activity, or the device screen turning off.</a:t>
            </a:r>
          </a:p>
        </p:txBody>
      </p:sp>
      <p:sp>
        <p:nvSpPr>
          <p:cNvPr id="4" name="Slide Number Placeholder 3">
            <a:extLst>
              <a:ext uri="{FF2B5EF4-FFF2-40B4-BE49-F238E27FC236}">
                <a16:creationId xmlns:a16="http://schemas.microsoft.com/office/drawing/2014/main" id="{9048DF36-6165-F898-3BE8-2F44A2CE2A8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27</a:t>
            </a:fld>
            <a:endParaRPr lang="en"/>
          </a:p>
        </p:txBody>
      </p:sp>
      <p:pic>
        <p:nvPicPr>
          <p:cNvPr id="5" name="Picture 4" descr="A screenshot of a chat&#10;&#10;AI-generated content may be incorrect.">
            <a:extLst>
              <a:ext uri="{FF2B5EF4-FFF2-40B4-BE49-F238E27FC236}">
                <a16:creationId xmlns:a16="http://schemas.microsoft.com/office/drawing/2014/main" id="{C486B18C-0D70-221C-63D8-AD7290172BD8}"/>
              </a:ext>
            </a:extLst>
          </p:cNvPr>
          <p:cNvPicPr>
            <a:picLocks noChangeAspect="1"/>
          </p:cNvPicPr>
          <p:nvPr/>
        </p:nvPicPr>
        <p:blipFill>
          <a:blip r:embed="rId2"/>
          <a:stretch>
            <a:fillRect/>
          </a:stretch>
        </p:blipFill>
        <p:spPr>
          <a:xfrm>
            <a:off x="6037488" y="984475"/>
            <a:ext cx="2785520" cy="3600000"/>
          </a:xfrm>
          <a:prstGeom prst="rect">
            <a:avLst/>
          </a:prstGeom>
        </p:spPr>
      </p:pic>
      <p:sp>
        <p:nvSpPr>
          <p:cNvPr id="6" name="Google Shape;287;p50">
            <a:extLst>
              <a:ext uri="{FF2B5EF4-FFF2-40B4-BE49-F238E27FC236}">
                <a16:creationId xmlns:a16="http://schemas.microsoft.com/office/drawing/2014/main" id="{8B732FB3-B89D-B492-D235-6DF1B7277330}"/>
              </a:ext>
            </a:extLst>
          </p:cNvPr>
          <p:cNvSpPr/>
          <p:nvPr/>
        </p:nvSpPr>
        <p:spPr>
          <a:xfrm>
            <a:off x="6870915" y="1951042"/>
            <a:ext cx="873071" cy="268637"/>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097618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486EEA-C6F0-1687-6C6D-F94FF9A2DD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82099C-D963-1F55-47B8-80766EC78988}"/>
              </a:ext>
            </a:extLst>
          </p:cNvPr>
          <p:cNvSpPr>
            <a:spLocks noGrp="1"/>
          </p:cNvSpPr>
          <p:nvPr>
            <p:ph type="title"/>
          </p:nvPr>
        </p:nvSpPr>
        <p:spPr/>
        <p:txBody>
          <a:bodyPr/>
          <a:lstStyle/>
          <a:p>
            <a:r>
              <a:rPr lang="en-PH" dirty="0" err="1">
                <a:latin typeface="Consolas" panose="020B0609020204030204" pitchFamily="49" charset="0"/>
              </a:rPr>
              <a:t>onResume</a:t>
            </a:r>
            <a:r>
              <a:rPr lang="en-PH" dirty="0">
                <a:latin typeface="Consolas" panose="020B0609020204030204" pitchFamily="49" charset="0"/>
              </a:rPr>
              <a:t>()</a:t>
            </a:r>
          </a:p>
        </p:txBody>
      </p:sp>
      <p:sp>
        <p:nvSpPr>
          <p:cNvPr id="3" name="Text Placeholder 2">
            <a:extLst>
              <a:ext uri="{FF2B5EF4-FFF2-40B4-BE49-F238E27FC236}">
                <a16:creationId xmlns:a16="http://schemas.microsoft.com/office/drawing/2014/main" id="{3C07840E-1793-5596-05AC-BBB5D30BB232}"/>
              </a:ext>
            </a:extLst>
          </p:cNvPr>
          <p:cNvSpPr>
            <a:spLocks noGrp="1"/>
          </p:cNvSpPr>
          <p:nvPr>
            <p:ph type="body" idx="1"/>
          </p:nvPr>
        </p:nvSpPr>
        <p:spPr>
          <a:xfrm>
            <a:off x="311700" y="1076275"/>
            <a:ext cx="5247025" cy="3416400"/>
          </a:xfrm>
        </p:spPr>
        <p:txBody>
          <a:bodyPr/>
          <a:lstStyle/>
          <a:p>
            <a:pPr marL="76200" indent="0">
              <a:lnSpc>
                <a:spcPct val="100000"/>
              </a:lnSpc>
              <a:buNone/>
            </a:pPr>
            <a:r>
              <a:rPr lang="en-US" dirty="0"/>
              <a:t>When an interruptive event occurs, the activity enters the </a:t>
            </a:r>
            <a:r>
              <a:rPr lang="en-US" b="1" dirty="0"/>
              <a:t>Paused state </a:t>
            </a:r>
            <a:r>
              <a:rPr lang="en-US" dirty="0"/>
              <a:t>and the system invokes the </a:t>
            </a:r>
            <a:r>
              <a:rPr lang="en-US" dirty="0" err="1">
                <a:latin typeface="Consolas" panose="020B0609020204030204" pitchFamily="49" charset="0"/>
              </a:rPr>
              <a:t>onPause</a:t>
            </a:r>
            <a:r>
              <a:rPr lang="en-US" dirty="0">
                <a:latin typeface="Consolas" panose="020B0609020204030204" pitchFamily="49" charset="0"/>
              </a:rPr>
              <a:t>() </a:t>
            </a:r>
            <a:r>
              <a:rPr lang="en-US" dirty="0"/>
              <a:t>callback.</a:t>
            </a:r>
          </a:p>
        </p:txBody>
      </p:sp>
      <p:sp>
        <p:nvSpPr>
          <p:cNvPr id="4" name="Slide Number Placeholder 3">
            <a:extLst>
              <a:ext uri="{FF2B5EF4-FFF2-40B4-BE49-F238E27FC236}">
                <a16:creationId xmlns:a16="http://schemas.microsoft.com/office/drawing/2014/main" id="{E4DDE2C7-18CB-990B-C026-5D48C100E81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28</a:t>
            </a:fld>
            <a:endParaRPr lang="en"/>
          </a:p>
        </p:txBody>
      </p:sp>
      <p:pic>
        <p:nvPicPr>
          <p:cNvPr id="5" name="Picture 4" descr="A screenshot of a chat&#10;&#10;AI-generated content may be incorrect.">
            <a:extLst>
              <a:ext uri="{FF2B5EF4-FFF2-40B4-BE49-F238E27FC236}">
                <a16:creationId xmlns:a16="http://schemas.microsoft.com/office/drawing/2014/main" id="{6F01BFE8-2021-7C85-7A8E-7B794D6B9966}"/>
              </a:ext>
            </a:extLst>
          </p:cNvPr>
          <p:cNvPicPr>
            <a:picLocks noChangeAspect="1"/>
          </p:cNvPicPr>
          <p:nvPr/>
        </p:nvPicPr>
        <p:blipFill>
          <a:blip r:embed="rId2"/>
          <a:stretch>
            <a:fillRect/>
          </a:stretch>
        </p:blipFill>
        <p:spPr>
          <a:xfrm>
            <a:off x="6037488" y="984475"/>
            <a:ext cx="2785520" cy="3600000"/>
          </a:xfrm>
          <a:prstGeom prst="rect">
            <a:avLst/>
          </a:prstGeom>
        </p:spPr>
      </p:pic>
      <p:sp>
        <p:nvSpPr>
          <p:cNvPr id="6" name="Google Shape;287;p50">
            <a:extLst>
              <a:ext uri="{FF2B5EF4-FFF2-40B4-BE49-F238E27FC236}">
                <a16:creationId xmlns:a16="http://schemas.microsoft.com/office/drawing/2014/main" id="{64722723-4B2E-8F1F-9BFA-BF32620AC8FF}"/>
              </a:ext>
            </a:extLst>
          </p:cNvPr>
          <p:cNvSpPr/>
          <p:nvPr/>
        </p:nvSpPr>
        <p:spPr>
          <a:xfrm>
            <a:off x="6870915" y="1951042"/>
            <a:ext cx="873071" cy="268637"/>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29392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65A2C-D10B-864A-755D-1CD3CC5B43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2A5AA6-CB4D-40D4-9DA5-7341A59B00CF}"/>
              </a:ext>
            </a:extLst>
          </p:cNvPr>
          <p:cNvSpPr>
            <a:spLocks noGrp="1"/>
          </p:cNvSpPr>
          <p:nvPr>
            <p:ph type="title"/>
          </p:nvPr>
        </p:nvSpPr>
        <p:spPr/>
        <p:txBody>
          <a:bodyPr/>
          <a:lstStyle/>
          <a:p>
            <a:r>
              <a:rPr lang="en-PH" dirty="0" err="1">
                <a:latin typeface="Consolas" panose="020B0609020204030204" pitchFamily="49" charset="0"/>
              </a:rPr>
              <a:t>onResume</a:t>
            </a:r>
            <a:r>
              <a:rPr lang="en-PH" dirty="0">
                <a:latin typeface="Consolas" panose="020B0609020204030204" pitchFamily="49" charset="0"/>
              </a:rPr>
              <a:t>()</a:t>
            </a:r>
          </a:p>
        </p:txBody>
      </p:sp>
      <p:sp>
        <p:nvSpPr>
          <p:cNvPr id="3" name="Text Placeholder 2">
            <a:extLst>
              <a:ext uri="{FF2B5EF4-FFF2-40B4-BE49-F238E27FC236}">
                <a16:creationId xmlns:a16="http://schemas.microsoft.com/office/drawing/2014/main" id="{1D032BDF-FBC5-68D3-622B-1C4BE3D9A875}"/>
              </a:ext>
            </a:extLst>
          </p:cNvPr>
          <p:cNvSpPr>
            <a:spLocks noGrp="1"/>
          </p:cNvSpPr>
          <p:nvPr>
            <p:ph type="body" idx="1"/>
          </p:nvPr>
        </p:nvSpPr>
        <p:spPr>
          <a:xfrm>
            <a:off x="311700" y="1076275"/>
            <a:ext cx="5247025" cy="3416400"/>
          </a:xfrm>
        </p:spPr>
        <p:txBody>
          <a:bodyPr/>
          <a:lstStyle/>
          <a:p>
            <a:pPr marL="76200" indent="0">
              <a:lnSpc>
                <a:spcPct val="100000"/>
              </a:lnSpc>
              <a:buNone/>
            </a:pPr>
            <a:r>
              <a:rPr lang="en-US" dirty="0"/>
              <a:t>If the activity returns to the </a:t>
            </a:r>
            <a:r>
              <a:rPr lang="en-US" b="1" dirty="0"/>
              <a:t>Resumed state </a:t>
            </a:r>
            <a:r>
              <a:rPr lang="en-US" dirty="0"/>
              <a:t>from the</a:t>
            </a:r>
            <a:r>
              <a:rPr lang="en-US" b="1" dirty="0"/>
              <a:t> Paused state</a:t>
            </a:r>
            <a:r>
              <a:rPr lang="en-US" dirty="0"/>
              <a:t>, the system once again calls the </a:t>
            </a:r>
            <a:r>
              <a:rPr lang="en-US" dirty="0" err="1">
                <a:latin typeface="Consolas" panose="020B0609020204030204" pitchFamily="49" charset="0"/>
              </a:rPr>
              <a:t>onResume</a:t>
            </a:r>
            <a:r>
              <a:rPr lang="en-US" dirty="0">
                <a:latin typeface="Consolas" panose="020B0609020204030204" pitchFamily="49" charset="0"/>
              </a:rPr>
              <a:t>() </a:t>
            </a:r>
            <a:r>
              <a:rPr lang="en-US" dirty="0"/>
              <a:t>method</a:t>
            </a:r>
          </a:p>
        </p:txBody>
      </p:sp>
      <p:sp>
        <p:nvSpPr>
          <p:cNvPr id="4" name="Slide Number Placeholder 3">
            <a:extLst>
              <a:ext uri="{FF2B5EF4-FFF2-40B4-BE49-F238E27FC236}">
                <a16:creationId xmlns:a16="http://schemas.microsoft.com/office/drawing/2014/main" id="{3C99D6F7-9923-2F6A-F82E-AAB41E67614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29</a:t>
            </a:fld>
            <a:endParaRPr lang="en"/>
          </a:p>
        </p:txBody>
      </p:sp>
      <p:pic>
        <p:nvPicPr>
          <p:cNvPr id="5" name="Picture 4" descr="A screenshot of a chat&#10;&#10;AI-generated content may be incorrect.">
            <a:extLst>
              <a:ext uri="{FF2B5EF4-FFF2-40B4-BE49-F238E27FC236}">
                <a16:creationId xmlns:a16="http://schemas.microsoft.com/office/drawing/2014/main" id="{E75285BD-66B1-C319-8D4D-DB2F4386FA62}"/>
              </a:ext>
            </a:extLst>
          </p:cNvPr>
          <p:cNvPicPr>
            <a:picLocks noChangeAspect="1"/>
          </p:cNvPicPr>
          <p:nvPr/>
        </p:nvPicPr>
        <p:blipFill>
          <a:blip r:embed="rId2"/>
          <a:stretch>
            <a:fillRect/>
          </a:stretch>
        </p:blipFill>
        <p:spPr>
          <a:xfrm>
            <a:off x="6037488" y="984475"/>
            <a:ext cx="2785520" cy="3600000"/>
          </a:xfrm>
          <a:prstGeom prst="rect">
            <a:avLst/>
          </a:prstGeom>
        </p:spPr>
      </p:pic>
      <p:sp>
        <p:nvSpPr>
          <p:cNvPr id="6" name="Google Shape;287;p50">
            <a:extLst>
              <a:ext uri="{FF2B5EF4-FFF2-40B4-BE49-F238E27FC236}">
                <a16:creationId xmlns:a16="http://schemas.microsoft.com/office/drawing/2014/main" id="{34467089-FCED-731F-5D06-B15E279C1C9B}"/>
              </a:ext>
            </a:extLst>
          </p:cNvPr>
          <p:cNvSpPr/>
          <p:nvPr/>
        </p:nvSpPr>
        <p:spPr>
          <a:xfrm>
            <a:off x="6870915" y="1951042"/>
            <a:ext cx="873071" cy="268637"/>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733077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378A0-1E9A-2385-6EC8-168C8998BB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E494FC-4A91-7621-79AF-A427536E5563}"/>
              </a:ext>
            </a:extLst>
          </p:cNvPr>
          <p:cNvSpPr>
            <a:spLocks noGrp="1"/>
          </p:cNvSpPr>
          <p:nvPr>
            <p:ph type="title"/>
          </p:nvPr>
        </p:nvSpPr>
        <p:spPr/>
        <p:txBody>
          <a:bodyPr/>
          <a:lstStyle/>
          <a:p>
            <a:r>
              <a:rPr lang="en-PH" dirty="0" err="1">
                <a:latin typeface="Consolas" panose="020B0609020204030204" pitchFamily="49" charset="0"/>
              </a:rPr>
              <a:t>onPause</a:t>
            </a:r>
            <a:r>
              <a:rPr lang="en-PH" dirty="0">
                <a:latin typeface="Consolas" panose="020B0609020204030204" pitchFamily="49" charset="0"/>
              </a:rPr>
              <a:t>()</a:t>
            </a:r>
          </a:p>
        </p:txBody>
      </p:sp>
      <p:sp>
        <p:nvSpPr>
          <p:cNvPr id="3" name="Text Placeholder 2">
            <a:extLst>
              <a:ext uri="{FF2B5EF4-FFF2-40B4-BE49-F238E27FC236}">
                <a16:creationId xmlns:a16="http://schemas.microsoft.com/office/drawing/2014/main" id="{4A7C30D6-8D40-0F83-115F-8559D844FB8C}"/>
              </a:ext>
            </a:extLst>
          </p:cNvPr>
          <p:cNvSpPr>
            <a:spLocks noGrp="1"/>
          </p:cNvSpPr>
          <p:nvPr>
            <p:ph type="body" idx="1"/>
          </p:nvPr>
        </p:nvSpPr>
        <p:spPr>
          <a:xfrm>
            <a:off x="311700" y="1076275"/>
            <a:ext cx="5247025" cy="3416400"/>
          </a:xfrm>
        </p:spPr>
        <p:txBody>
          <a:bodyPr/>
          <a:lstStyle/>
          <a:p>
            <a:pPr marL="76200" indent="0">
              <a:lnSpc>
                <a:spcPct val="100000"/>
              </a:lnSpc>
              <a:buNone/>
            </a:pPr>
            <a:r>
              <a:rPr lang="en-US" dirty="0"/>
              <a:t>The system calls this method as the first indication that the user is leaving an activity, though it does not always mean the activity is being destroyed. </a:t>
            </a:r>
          </a:p>
        </p:txBody>
      </p:sp>
      <p:sp>
        <p:nvSpPr>
          <p:cNvPr id="4" name="Slide Number Placeholder 3">
            <a:extLst>
              <a:ext uri="{FF2B5EF4-FFF2-40B4-BE49-F238E27FC236}">
                <a16:creationId xmlns:a16="http://schemas.microsoft.com/office/drawing/2014/main" id="{FEE1084F-9944-0ACE-4102-4A5EC3B058B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30</a:t>
            </a:fld>
            <a:endParaRPr lang="en"/>
          </a:p>
        </p:txBody>
      </p:sp>
      <p:pic>
        <p:nvPicPr>
          <p:cNvPr id="5" name="Picture 4" descr="A screenshot of a chat&#10;&#10;AI-generated content may be incorrect.">
            <a:extLst>
              <a:ext uri="{FF2B5EF4-FFF2-40B4-BE49-F238E27FC236}">
                <a16:creationId xmlns:a16="http://schemas.microsoft.com/office/drawing/2014/main" id="{CA37D14A-2DEC-5AB5-F81D-D9F8E62E7054}"/>
              </a:ext>
            </a:extLst>
          </p:cNvPr>
          <p:cNvPicPr>
            <a:picLocks noChangeAspect="1"/>
          </p:cNvPicPr>
          <p:nvPr/>
        </p:nvPicPr>
        <p:blipFill>
          <a:blip r:embed="rId2"/>
          <a:stretch>
            <a:fillRect/>
          </a:stretch>
        </p:blipFill>
        <p:spPr>
          <a:xfrm>
            <a:off x="6046780" y="984475"/>
            <a:ext cx="2785520" cy="3600000"/>
          </a:xfrm>
          <a:prstGeom prst="rect">
            <a:avLst/>
          </a:prstGeom>
        </p:spPr>
      </p:pic>
      <p:sp>
        <p:nvSpPr>
          <p:cNvPr id="6" name="Google Shape;287;p50">
            <a:extLst>
              <a:ext uri="{FF2B5EF4-FFF2-40B4-BE49-F238E27FC236}">
                <a16:creationId xmlns:a16="http://schemas.microsoft.com/office/drawing/2014/main" id="{E9A0866E-CBDB-4472-D454-9D583A5C19AF}"/>
              </a:ext>
            </a:extLst>
          </p:cNvPr>
          <p:cNvSpPr/>
          <p:nvPr/>
        </p:nvSpPr>
        <p:spPr>
          <a:xfrm>
            <a:off x="6870915" y="2865442"/>
            <a:ext cx="873071" cy="268637"/>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8291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004CEF-A2F2-5C0D-1470-300F856BEC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67B56C-65E2-BCBA-9655-2EED1BC62F98}"/>
              </a:ext>
            </a:extLst>
          </p:cNvPr>
          <p:cNvSpPr>
            <a:spLocks noGrp="1"/>
          </p:cNvSpPr>
          <p:nvPr>
            <p:ph type="title"/>
          </p:nvPr>
        </p:nvSpPr>
        <p:spPr/>
        <p:txBody>
          <a:bodyPr/>
          <a:lstStyle/>
          <a:p>
            <a:r>
              <a:rPr lang="en-PH" dirty="0" err="1">
                <a:latin typeface="Consolas" panose="020B0609020204030204" pitchFamily="49" charset="0"/>
              </a:rPr>
              <a:t>onPause</a:t>
            </a:r>
            <a:r>
              <a:rPr lang="en-PH" dirty="0">
                <a:latin typeface="Consolas" panose="020B0609020204030204" pitchFamily="49" charset="0"/>
              </a:rPr>
              <a:t>()</a:t>
            </a:r>
          </a:p>
        </p:txBody>
      </p:sp>
      <p:sp>
        <p:nvSpPr>
          <p:cNvPr id="3" name="Text Placeholder 2">
            <a:extLst>
              <a:ext uri="{FF2B5EF4-FFF2-40B4-BE49-F238E27FC236}">
                <a16:creationId xmlns:a16="http://schemas.microsoft.com/office/drawing/2014/main" id="{5CB1BD52-2C1F-14C7-4B74-780C42A67CA7}"/>
              </a:ext>
            </a:extLst>
          </p:cNvPr>
          <p:cNvSpPr>
            <a:spLocks noGrp="1"/>
          </p:cNvSpPr>
          <p:nvPr>
            <p:ph type="body" idx="1"/>
          </p:nvPr>
        </p:nvSpPr>
        <p:spPr>
          <a:xfrm>
            <a:off x="311700" y="1076275"/>
            <a:ext cx="5247025" cy="3416400"/>
          </a:xfrm>
        </p:spPr>
        <p:txBody>
          <a:bodyPr/>
          <a:lstStyle/>
          <a:p>
            <a:pPr marL="76200" indent="0">
              <a:lnSpc>
                <a:spcPct val="100000"/>
              </a:lnSpc>
              <a:buNone/>
            </a:pPr>
            <a:r>
              <a:rPr lang="en-US" dirty="0"/>
              <a:t>It indicates that the activity is no longer in the foreground, but it is still visible if the user is in multi-window mode.</a:t>
            </a:r>
          </a:p>
        </p:txBody>
      </p:sp>
      <p:sp>
        <p:nvSpPr>
          <p:cNvPr id="4" name="Slide Number Placeholder 3">
            <a:extLst>
              <a:ext uri="{FF2B5EF4-FFF2-40B4-BE49-F238E27FC236}">
                <a16:creationId xmlns:a16="http://schemas.microsoft.com/office/drawing/2014/main" id="{104AE140-8708-D2D0-DF9B-8FACF80E193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31</a:t>
            </a:fld>
            <a:endParaRPr lang="en"/>
          </a:p>
        </p:txBody>
      </p:sp>
      <p:pic>
        <p:nvPicPr>
          <p:cNvPr id="5" name="Picture 4" descr="A screenshot of a chat&#10;&#10;AI-generated content may be incorrect.">
            <a:extLst>
              <a:ext uri="{FF2B5EF4-FFF2-40B4-BE49-F238E27FC236}">
                <a16:creationId xmlns:a16="http://schemas.microsoft.com/office/drawing/2014/main" id="{F465BE13-B18F-FEDD-9761-CB699B1858D6}"/>
              </a:ext>
            </a:extLst>
          </p:cNvPr>
          <p:cNvPicPr>
            <a:picLocks noChangeAspect="1"/>
          </p:cNvPicPr>
          <p:nvPr/>
        </p:nvPicPr>
        <p:blipFill>
          <a:blip r:embed="rId2"/>
          <a:stretch>
            <a:fillRect/>
          </a:stretch>
        </p:blipFill>
        <p:spPr>
          <a:xfrm>
            <a:off x="6037488" y="984475"/>
            <a:ext cx="2785520" cy="3600000"/>
          </a:xfrm>
          <a:prstGeom prst="rect">
            <a:avLst/>
          </a:prstGeom>
        </p:spPr>
      </p:pic>
      <p:sp>
        <p:nvSpPr>
          <p:cNvPr id="6" name="Google Shape;287;p50">
            <a:extLst>
              <a:ext uri="{FF2B5EF4-FFF2-40B4-BE49-F238E27FC236}">
                <a16:creationId xmlns:a16="http://schemas.microsoft.com/office/drawing/2014/main" id="{A64261CE-40B5-F7EC-2F99-A343C545DB00}"/>
              </a:ext>
            </a:extLst>
          </p:cNvPr>
          <p:cNvSpPr/>
          <p:nvPr/>
        </p:nvSpPr>
        <p:spPr>
          <a:xfrm>
            <a:off x="6870915" y="2865442"/>
            <a:ext cx="873071" cy="268637"/>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214197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0A391-DDBB-A877-B15A-B11F954644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976DB5-51FA-E818-3E20-1A75E2F79C70}"/>
              </a:ext>
            </a:extLst>
          </p:cNvPr>
          <p:cNvSpPr>
            <a:spLocks noGrp="1"/>
          </p:cNvSpPr>
          <p:nvPr>
            <p:ph type="title"/>
          </p:nvPr>
        </p:nvSpPr>
        <p:spPr/>
        <p:txBody>
          <a:bodyPr/>
          <a:lstStyle/>
          <a:p>
            <a:r>
              <a:rPr lang="en-PH" dirty="0" err="1">
                <a:latin typeface="Consolas" panose="020B0609020204030204" pitchFamily="49" charset="0"/>
              </a:rPr>
              <a:t>onPause</a:t>
            </a:r>
            <a:r>
              <a:rPr lang="en-PH" dirty="0">
                <a:latin typeface="Consolas" panose="020B0609020204030204" pitchFamily="49" charset="0"/>
              </a:rPr>
              <a:t>()</a:t>
            </a:r>
          </a:p>
        </p:txBody>
      </p:sp>
      <p:sp>
        <p:nvSpPr>
          <p:cNvPr id="3" name="Text Placeholder 2">
            <a:extLst>
              <a:ext uri="{FF2B5EF4-FFF2-40B4-BE49-F238E27FC236}">
                <a16:creationId xmlns:a16="http://schemas.microsoft.com/office/drawing/2014/main" id="{636A6926-EF71-91FD-3433-E502858AF3BB}"/>
              </a:ext>
            </a:extLst>
          </p:cNvPr>
          <p:cNvSpPr>
            <a:spLocks noGrp="1"/>
          </p:cNvSpPr>
          <p:nvPr>
            <p:ph type="body" idx="1"/>
          </p:nvPr>
        </p:nvSpPr>
        <p:spPr>
          <a:xfrm>
            <a:off x="311700" y="1076275"/>
            <a:ext cx="5247025" cy="3416400"/>
          </a:xfrm>
        </p:spPr>
        <p:txBody>
          <a:bodyPr/>
          <a:lstStyle/>
          <a:p>
            <a:pPr marL="76200" indent="0" algn="l">
              <a:lnSpc>
                <a:spcPct val="100000"/>
              </a:lnSpc>
              <a:spcBef>
                <a:spcPts val="1200"/>
              </a:spcBef>
              <a:spcAft>
                <a:spcPts val="1200"/>
              </a:spcAft>
              <a:buNone/>
            </a:pPr>
            <a:r>
              <a:rPr lang="en-US" dirty="0"/>
              <a:t>There are several reasons why an activity might enter this state:</a:t>
            </a:r>
          </a:p>
        </p:txBody>
      </p:sp>
      <p:sp>
        <p:nvSpPr>
          <p:cNvPr id="4" name="Slide Number Placeholder 3">
            <a:extLst>
              <a:ext uri="{FF2B5EF4-FFF2-40B4-BE49-F238E27FC236}">
                <a16:creationId xmlns:a16="http://schemas.microsoft.com/office/drawing/2014/main" id="{4D7752E9-1BA2-D9FF-66A9-90D513562E3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32</a:t>
            </a:fld>
            <a:endParaRPr lang="en"/>
          </a:p>
        </p:txBody>
      </p:sp>
      <p:pic>
        <p:nvPicPr>
          <p:cNvPr id="5" name="Picture 4" descr="A screenshot of a chat&#10;&#10;AI-generated content may be incorrect.">
            <a:extLst>
              <a:ext uri="{FF2B5EF4-FFF2-40B4-BE49-F238E27FC236}">
                <a16:creationId xmlns:a16="http://schemas.microsoft.com/office/drawing/2014/main" id="{2BF2DBEC-0254-CA10-29BB-2B20B3DC1D8D}"/>
              </a:ext>
            </a:extLst>
          </p:cNvPr>
          <p:cNvPicPr>
            <a:picLocks noChangeAspect="1"/>
          </p:cNvPicPr>
          <p:nvPr/>
        </p:nvPicPr>
        <p:blipFill>
          <a:blip r:embed="rId2"/>
          <a:stretch>
            <a:fillRect/>
          </a:stretch>
        </p:blipFill>
        <p:spPr>
          <a:xfrm>
            <a:off x="6037488" y="984475"/>
            <a:ext cx="2785520" cy="3600000"/>
          </a:xfrm>
          <a:prstGeom prst="rect">
            <a:avLst/>
          </a:prstGeom>
        </p:spPr>
      </p:pic>
      <p:sp>
        <p:nvSpPr>
          <p:cNvPr id="6" name="Google Shape;287;p50">
            <a:extLst>
              <a:ext uri="{FF2B5EF4-FFF2-40B4-BE49-F238E27FC236}">
                <a16:creationId xmlns:a16="http://schemas.microsoft.com/office/drawing/2014/main" id="{932695F8-B7BB-4E21-30A2-FA15816E88C5}"/>
              </a:ext>
            </a:extLst>
          </p:cNvPr>
          <p:cNvSpPr/>
          <p:nvPr/>
        </p:nvSpPr>
        <p:spPr>
          <a:xfrm>
            <a:off x="6870915" y="2865442"/>
            <a:ext cx="873071" cy="268637"/>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906955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E844B-0EBC-24A7-A325-97EDB31A22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F7397D-4000-9A53-C6B6-03D2A830660A}"/>
              </a:ext>
            </a:extLst>
          </p:cNvPr>
          <p:cNvSpPr>
            <a:spLocks noGrp="1"/>
          </p:cNvSpPr>
          <p:nvPr>
            <p:ph type="title"/>
          </p:nvPr>
        </p:nvSpPr>
        <p:spPr/>
        <p:txBody>
          <a:bodyPr/>
          <a:lstStyle/>
          <a:p>
            <a:r>
              <a:rPr lang="en-PH" dirty="0" err="1">
                <a:latin typeface="Consolas" panose="020B0609020204030204" pitchFamily="49" charset="0"/>
              </a:rPr>
              <a:t>onPause</a:t>
            </a:r>
            <a:r>
              <a:rPr lang="en-PH" dirty="0">
                <a:latin typeface="Consolas" panose="020B0609020204030204" pitchFamily="49" charset="0"/>
              </a:rPr>
              <a:t>()</a:t>
            </a:r>
          </a:p>
        </p:txBody>
      </p:sp>
      <p:sp>
        <p:nvSpPr>
          <p:cNvPr id="3" name="Text Placeholder 2">
            <a:extLst>
              <a:ext uri="{FF2B5EF4-FFF2-40B4-BE49-F238E27FC236}">
                <a16:creationId xmlns:a16="http://schemas.microsoft.com/office/drawing/2014/main" id="{FB815982-4685-0355-628B-8B5BB6E69F53}"/>
              </a:ext>
            </a:extLst>
          </p:cNvPr>
          <p:cNvSpPr>
            <a:spLocks noGrp="1"/>
          </p:cNvSpPr>
          <p:nvPr>
            <p:ph type="body" idx="1"/>
          </p:nvPr>
        </p:nvSpPr>
        <p:spPr>
          <a:xfrm>
            <a:off x="311700" y="1076275"/>
            <a:ext cx="5247025" cy="3416400"/>
          </a:xfrm>
        </p:spPr>
        <p:txBody>
          <a:bodyPr/>
          <a:lstStyle/>
          <a:p>
            <a:pPr marL="76200" indent="0">
              <a:lnSpc>
                <a:spcPct val="100000"/>
              </a:lnSpc>
              <a:buNone/>
            </a:pPr>
            <a:r>
              <a:rPr lang="en-US" sz="1400" dirty="0"/>
              <a:t>There are several reasons why an activity might enter this state:</a:t>
            </a:r>
          </a:p>
          <a:p>
            <a:pPr marL="361950" indent="-285750">
              <a:lnSpc>
                <a:spcPct val="100000"/>
              </a:lnSpc>
              <a:buFont typeface="Arial" panose="020B0604020202020204" pitchFamily="34" charset="0"/>
              <a:buChar char="•"/>
            </a:pPr>
            <a:endParaRPr lang="en-US" sz="1400" dirty="0"/>
          </a:p>
          <a:p>
            <a:pPr>
              <a:lnSpc>
                <a:spcPct val="100000"/>
              </a:lnSpc>
              <a:buFont typeface="+mj-lt"/>
              <a:buAutoNum type="arabicPeriod"/>
            </a:pPr>
            <a:r>
              <a:rPr lang="en-US" sz="1400" dirty="0"/>
              <a:t>An event that interrupts app execution, as described in the section about the </a:t>
            </a:r>
            <a:r>
              <a:rPr lang="en-US" sz="1400" dirty="0" err="1">
                <a:latin typeface="Consolas" panose="020B0609020204030204" pitchFamily="49" charset="0"/>
              </a:rPr>
              <a:t>onResume</a:t>
            </a:r>
            <a:r>
              <a:rPr lang="en-US" sz="1400" dirty="0">
                <a:latin typeface="Consolas" panose="020B0609020204030204" pitchFamily="49" charset="0"/>
              </a:rPr>
              <a:t>() </a:t>
            </a:r>
            <a:r>
              <a:rPr lang="en-US" sz="1400" dirty="0"/>
              <a:t>callback, pauses the current activity. This is the most common case.</a:t>
            </a:r>
          </a:p>
          <a:p>
            <a:pPr>
              <a:lnSpc>
                <a:spcPct val="100000"/>
              </a:lnSpc>
              <a:buFont typeface="+mj-lt"/>
              <a:buAutoNum type="arabicPeriod"/>
            </a:pPr>
            <a:r>
              <a:rPr lang="en-US" sz="1400" dirty="0"/>
              <a:t>In multi-window mode, only one app has focus at any time, and the system pauses all the other apps.</a:t>
            </a:r>
          </a:p>
          <a:p>
            <a:pPr>
              <a:lnSpc>
                <a:spcPct val="100000"/>
              </a:lnSpc>
              <a:buFont typeface="+mj-lt"/>
              <a:buAutoNum type="arabicPeriod"/>
            </a:pPr>
            <a:r>
              <a:rPr lang="en-US" sz="1400" dirty="0"/>
              <a:t>The opening of a new, semi-transparent activity, such as a dialog, pauses the activity it covers. As long as the activity is partially visible but not in focus, it remains paused.</a:t>
            </a:r>
          </a:p>
          <a:p>
            <a:pPr marL="361950" indent="-285750" algn="l">
              <a:lnSpc>
                <a:spcPct val="100000"/>
              </a:lnSpc>
              <a:spcBef>
                <a:spcPts val="1200"/>
              </a:spcBef>
              <a:spcAft>
                <a:spcPts val="1200"/>
              </a:spcAft>
              <a:buFont typeface="Wingdings" panose="05000000000000000000" pitchFamily="2" charset="2"/>
              <a:buChar char="§"/>
            </a:pPr>
            <a:endParaRPr lang="en-US" sz="1400" dirty="0"/>
          </a:p>
        </p:txBody>
      </p:sp>
      <p:sp>
        <p:nvSpPr>
          <p:cNvPr id="4" name="Slide Number Placeholder 3">
            <a:extLst>
              <a:ext uri="{FF2B5EF4-FFF2-40B4-BE49-F238E27FC236}">
                <a16:creationId xmlns:a16="http://schemas.microsoft.com/office/drawing/2014/main" id="{5F28496C-BACB-C342-99CE-718E609A3E3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33</a:t>
            </a:fld>
            <a:endParaRPr lang="en"/>
          </a:p>
        </p:txBody>
      </p:sp>
      <p:pic>
        <p:nvPicPr>
          <p:cNvPr id="5" name="Picture 4" descr="A screenshot of a chat&#10;&#10;AI-generated content may be incorrect.">
            <a:extLst>
              <a:ext uri="{FF2B5EF4-FFF2-40B4-BE49-F238E27FC236}">
                <a16:creationId xmlns:a16="http://schemas.microsoft.com/office/drawing/2014/main" id="{06E51BB2-F298-F47E-9EA3-6B3FB40BBC03}"/>
              </a:ext>
            </a:extLst>
          </p:cNvPr>
          <p:cNvPicPr>
            <a:picLocks noChangeAspect="1"/>
          </p:cNvPicPr>
          <p:nvPr/>
        </p:nvPicPr>
        <p:blipFill>
          <a:blip r:embed="rId2"/>
          <a:stretch>
            <a:fillRect/>
          </a:stretch>
        </p:blipFill>
        <p:spPr>
          <a:xfrm>
            <a:off x="6037488" y="984475"/>
            <a:ext cx="2785520" cy="3600000"/>
          </a:xfrm>
          <a:prstGeom prst="rect">
            <a:avLst/>
          </a:prstGeom>
        </p:spPr>
      </p:pic>
      <p:sp>
        <p:nvSpPr>
          <p:cNvPr id="6" name="Google Shape;287;p50">
            <a:extLst>
              <a:ext uri="{FF2B5EF4-FFF2-40B4-BE49-F238E27FC236}">
                <a16:creationId xmlns:a16="http://schemas.microsoft.com/office/drawing/2014/main" id="{8032EAFD-0355-E896-EE05-6F486B69B0C6}"/>
              </a:ext>
            </a:extLst>
          </p:cNvPr>
          <p:cNvSpPr/>
          <p:nvPr/>
        </p:nvSpPr>
        <p:spPr>
          <a:xfrm>
            <a:off x="6870915" y="2865442"/>
            <a:ext cx="873071" cy="268637"/>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961437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3E5B5-5852-D49C-90ED-6058EA9B66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6649A6-50C7-274E-9E30-74613E6D31D8}"/>
              </a:ext>
            </a:extLst>
          </p:cNvPr>
          <p:cNvSpPr>
            <a:spLocks noGrp="1"/>
          </p:cNvSpPr>
          <p:nvPr>
            <p:ph type="title"/>
          </p:nvPr>
        </p:nvSpPr>
        <p:spPr/>
        <p:txBody>
          <a:bodyPr/>
          <a:lstStyle/>
          <a:p>
            <a:r>
              <a:rPr lang="en-PH" dirty="0" err="1">
                <a:latin typeface="Consolas" panose="020B0609020204030204" pitchFamily="49" charset="0"/>
              </a:rPr>
              <a:t>onPause</a:t>
            </a:r>
            <a:r>
              <a:rPr lang="en-PH" dirty="0">
                <a:latin typeface="Consolas" panose="020B0609020204030204" pitchFamily="49" charset="0"/>
              </a:rPr>
              <a:t>()</a:t>
            </a:r>
          </a:p>
        </p:txBody>
      </p:sp>
      <p:sp>
        <p:nvSpPr>
          <p:cNvPr id="3" name="Text Placeholder 2">
            <a:extLst>
              <a:ext uri="{FF2B5EF4-FFF2-40B4-BE49-F238E27FC236}">
                <a16:creationId xmlns:a16="http://schemas.microsoft.com/office/drawing/2014/main" id="{E5E91135-F764-E321-BABE-5E418C09E81F}"/>
              </a:ext>
            </a:extLst>
          </p:cNvPr>
          <p:cNvSpPr>
            <a:spLocks noGrp="1"/>
          </p:cNvSpPr>
          <p:nvPr>
            <p:ph type="body" idx="1"/>
          </p:nvPr>
        </p:nvSpPr>
        <p:spPr>
          <a:xfrm>
            <a:off x="311700" y="1076275"/>
            <a:ext cx="5247025" cy="3416400"/>
          </a:xfrm>
        </p:spPr>
        <p:txBody>
          <a:bodyPr/>
          <a:lstStyle/>
          <a:p>
            <a:pPr marL="76200" indent="0">
              <a:lnSpc>
                <a:spcPct val="100000"/>
              </a:lnSpc>
              <a:buNone/>
            </a:pPr>
            <a:r>
              <a:rPr lang="en-US" sz="2100" dirty="0"/>
              <a:t>Completion of the </a:t>
            </a:r>
            <a:r>
              <a:rPr lang="en-US" sz="2100" dirty="0" err="1"/>
              <a:t>onPause</a:t>
            </a:r>
            <a:r>
              <a:rPr lang="en-US" sz="2100" dirty="0"/>
              <a:t>() method does not mean that the activity leaves the </a:t>
            </a:r>
            <a:r>
              <a:rPr lang="en-US" sz="2100" b="1" dirty="0"/>
              <a:t>Paused state</a:t>
            </a:r>
            <a:r>
              <a:rPr lang="en-US" sz="2100" dirty="0"/>
              <a:t>. </a:t>
            </a:r>
          </a:p>
          <a:p>
            <a:pPr marL="76200" indent="0">
              <a:lnSpc>
                <a:spcPct val="100000"/>
              </a:lnSpc>
              <a:buNone/>
            </a:pPr>
            <a:endParaRPr lang="en-US" sz="2100" dirty="0"/>
          </a:p>
          <a:p>
            <a:pPr marL="76200" indent="0">
              <a:lnSpc>
                <a:spcPct val="100000"/>
              </a:lnSpc>
              <a:buNone/>
            </a:pPr>
            <a:r>
              <a:rPr lang="en-US" sz="2100" dirty="0"/>
              <a:t>Rather, the activity remains in this state until either the activity resumes or it becomes completely invisible to the user. If the activity resumes, the system once again invokes the </a:t>
            </a:r>
            <a:r>
              <a:rPr lang="en-US" sz="2100" dirty="0" err="1">
                <a:latin typeface="Consolas" panose="020B0609020204030204" pitchFamily="49" charset="0"/>
              </a:rPr>
              <a:t>onResume</a:t>
            </a:r>
            <a:r>
              <a:rPr lang="en-US" sz="2100" dirty="0">
                <a:latin typeface="Consolas" panose="020B0609020204030204" pitchFamily="49" charset="0"/>
              </a:rPr>
              <a:t>() </a:t>
            </a:r>
            <a:r>
              <a:rPr lang="en-US" sz="2100" dirty="0"/>
              <a:t>callback.</a:t>
            </a:r>
          </a:p>
        </p:txBody>
      </p:sp>
      <p:sp>
        <p:nvSpPr>
          <p:cNvPr id="4" name="Slide Number Placeholder 3">
            <a:extLst>
              <a:ext uri="{FF2B5EF4-FFF2-40B4-BE49-F238E27FC236}">
                <a16:creationId xmlns:a16="http://schemas.microsoft.com/office/drawing/2014/main" id="{D6CE6DBC-DF17-6456-36AB-8E19B9CF5D6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34</a:t>
            </a:fld>
            <a:endParaRPr lang="en"/>
          </a:p>
        </p:txBody>
      </p:sp>
      <p:pic>
        <p:nvPicPr>
          <p:cNvPr id="5" name="Picture 4" descr="A screenshot of a chat&#10;&#10;AI-generated content may be incorrect.">
            <a:extLst>
              <a:ext uri="{FF2B5EF4-FFF2-40B4-BE49-F238E27FC236}">
                <a16:creationId xmlns:a16="http://schemas.microsoft.com/office/drawing/2014/main" id="{A4FCA7B0-DD23-E22F-4043-A8B7D0CA9C2D}"/>
              </a:ext>
            </a:extLst>
          </p:cNvPr>
          <p:cNvPicPr>
            <a:picLocks noChangeAspect="1"/>
          </p:cNvPicPr>
          <p:nvPr/>
        </p:nvPicPr>
        <p:blipFill>
          <a:blip r:embed="rId2"/>
          <a:stretch>
            <a:fillRect/>
          </a:stretch>
        </p:blipFill>
        <p:spPr>
          <a:xfrm>
            <a:off x="6037488" y="984475"/>
            <a:ext cx="2785520" cy="3600000"/>
          </a:xfrm>
          <a:prstGeom prst="rect">
            <a:avLst/>
          </a:prstGeom>
        </p:spPr>
      </p:pic>
      <p:sp>
        <p:nvSpPr>
          <p:cNvPr id="6" name="Google Shape;287;p50">
            <a:extLst>
              <a:ext uri="{FF2B5EF4-FFF2-40B4-BE49-F238E27FC236}">
                <a16:creationId xmlns:a16="http://schemas.microsoft.com/office/drawing/2014/main" id="{9D9BAC88-45AC-CBD5-6F90-7A46805D3DD2}"/>
              </a:ext>
            </a:extLst>
          </p:cNvPr>
          <p:cNvSpPr/>
          <p:nvPr/>
        </p:nvSpPr>
        <p:spPr>
          <a:xfrm>
            <a:off x="6870915" y="2865442"/>
            <a:ext cx="873071" cy="268637"/>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216615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1F5B2-C0C5-0037-27B1-ACD147557F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B201E8-CA5D-2D75-9F15-237C942D385B}"/>
              </a:ext>
            </a:extLst>
          </p:cNvPr>
          <p:cNvSpPr>
            <a:spLocks noGrp="1"/>
          </p:cNvSpPr>
          <p:nvPr>
            <p:ph type="title"/>
          </p:nvPr>
        </p:nvSpPr>
        <p:spPr/>
        <p:txBody>
          <a:bodyPr/>
          <a:lstStyle/>
          <a:p>
            <a:r>
              <a:rPr lang="en-PH" dirty="0" err="1">
                <a:latin typeface="Consolas" panose="020B0609020204030204" pitchFamily="49" charset="0"/>
              </a:rPr>
              <a:t>onPause</a:t>
            </a:r>
            <a:r>
              <a:rPr lang="en-PH" dirty="0">
                <a:latin typeface="Consolas" panose="020B0609020204030204" pitchFamily="49" charset="0"/>
              </a:rPr>
              <a:t>()</a:t>
            </a:r>
          </a:p>
        </p:txBody>
      </p:sp>
      <p:sp>
        <p:nvSpPr>
          <p:cNvPr id="3" name="Text Placeholder 2">
            <a:extLst>
              <a:ext uri="{FF2B5EF4-FFF2-40B4-BE49-F238E27FC236}">
                <a16:creationId xmlns:a16="http://schemas.microsoft.com/office/drawing/2014/main" id="{9142E917-5356-0EA0-5FCC-E9F3DB3E7FD0}"/>
              </a:ext>
            </a:extLst>
          </p:cNvPr>
          <p:cNvSpPr>
            <a:spLocks noGrp="1"/>
          </p:cNvSpPr>
          <p:nvPr>
            <p:ph type="body" idx="1"/>
          </p:nvPr>
        </p:nvSpPr>
        <p:spPr>
          <a:xfrm>
            <a:off x="311700" y="1076275"/>
            <a:ext cx="5247025" cy="3416400"/>
          </a:xfrm>
        </p:spPr>
        <p:txBody>
          <a:bodyPr/>
          <a:lstStyle/>
          <a:p>
            <a:pPr marL="76200" indent="0">
              <a:lnSpc>
                <a:spcPct val="100000"/>
              </a:lnSpc>
              <a:buNone/>
            </a:pPr>
            <a:r>
              <a:rPr lang="en-US" sz="2100" dirty="0"/>
              <a:t>Completion of the </a:t>
            </a:r>
            <a:r>
              <a:rPr lang="en-US" sz="2100" dirty="0" err="1"/>
              <a:t>onPause</a:t>
            </a:r>
            <a:r>
              <a:rPr lang="en-US" sz="2100" dirty="0"/>
              <a:t>() method does not mean that the activity leaves the </a:t>
            </a:r>
            <a:r>
              <a:rPr lang="en-US" sz="2100" b="1" dirty="0"/>
              <a:t>Paused state</a:t>
            </a:r>
            <a:r>
              <a:rPr lang="en-US" sz="2100" dirty="0"/>
              <a:t>. </a:t>
            </a:r>
          </a:p>
          <a:p>
            <a:pPr marL="76200" indent="0">
              <a:lnSpc>
                <a:spcPct val="100000"/>
              </a:lnSpc>
              <a:buNone/>
            </a:pPr>
            <a:endParaRPr lang="en-US" sz="2100" dirty="0"/>
          </a:p>
          <a:p>
            <a:pPr marL="76200" indent="0">
              <a:lnSpc>
                <a:spcPct val="100000"/>
              </a:lnSpc>
              <a:buNone/>
            </a:pPr>
            <a:r>
              <a:rPr lang="en-US" sz="2100" dirty="0"/>
              <a:t>Rather, the activity remains in this state until either the activity resumes or it becomes completely invisible to the user. If the activity resumes, the system once again invokes the </a:t>
            </a:r>
            <a:r>
              <a:rPr lang="en-US" sz="2100" dirty="0" err="1">
                <a:latin typeface="Consolas" panose="020B0609020204030204" pitchFamily="49" charset="0"/>
              </a:rPr>
              <a:t>onResume</a:t>
            </a:r>
            <a:r>
              <a:rPr lang="en-US" sz="2100" dirty="0">
                <a:latin typeface="Consolas" panose="020B0609020204030204" pitchFamily="49" charset="0"/>
              </a:rPr>
              <a:t>() </a:t>
            </a:r>
            <a:r>
              <a:rPr lang="en-US" sz="2100" dirty="0"/>
              <a:t>callback.</a:t>
            </a:r>
          </a:p>
        </p:txBody>
      </p:sp>
      <p:sp>
        <p:nvSpPr>
          <p:cNvPr id="4" name="Slide Number Placeholder 3">
            <a:extLst>
              <a:ext uri="{FF2B5EF4-FFF2-40B4-BE49-F238E27FC236}">
                <a16:creationId xmlns:a16="http://schemas.microsoft.com/office/drawing/2014/main" id="{BB1C4192-8E54-2260-51A4-39439D79124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35</a:t>
            </a:fld>
            <a:endParaRPr lang="en"/>
          </a:p>
        </p:txBody>
      </p:sp>
      <p:pic>
        <p:nvPicPr>
          <p:cNvPr id="5" name="Picture 4" descr="A screenshot of a chat&#10;&#10;AI-generated content may be incorrect.">
            <a:extLst>
              <a:ext uri="{FF2B5EF4-FFF2-40B4-BE49-F238E27FC236}">
                <a16:creationId xmlns:a16="http://schemas.microsoft.com/office/drawing/2014/main" id="{1B3F52A2-D872-8A8C-5F10-E5646931578B}"/>
              </a:ext>
            </a:extLst>
          </p:cNvPr>
          <p:cNvPicPr>
            <a:picLocks noChangeAspect="1"/>
          </p:cNvPicPr>
          <p:nvPr/>
        </p:nvPicPr>
        <p:blipFill>
          <a:blip r:embed="rId2"/>
          <a:stretch>
            <a:fillRect/>
          </a:stretch>
        </p:blipFill>
        <p:spPr>
          <a:xfrm>
            <a:off x="6037488" y="984475"/>
            <a:ext cx="2785520" cy="3600000"/>
          </a:xfrm>
          <a:prstGeom prst="rect">
            <a:avLst/>
          </a:prstGeom>
        </p:spPr>
      </p:pic>
      <p:sp>
        <p:nvSpPr>
          <p:cNvPr id="6" name="Google Shape;287;p50">
            <a:extLst>
              <a:ext uri="{FF2B5EF4-FFF2-40B4-BE49-F238E27FC236}">
                <a16:creationId xmlns:a16="http://schemas.microsoft.com/office/drawing/2014/main" id="{5C612D73-189B-EBFF-F64D-F6ADE438EB06}"/>
              </a:ext>
            </a:extLst>
          </p:cNvPr>
          <p:cNvSpPr/>
          <p:nvPr/>
        </p:nvSpPr>
        <p:spPr>
          <a:xfrm>
            <a:off x="6870915" y="2865442"/>
            <a:ext cx="873071" cy="268637"/>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311242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4943B0-3723-3CA1-12FE-167F6B0819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18C747-0590-A430-3CE4-FF0C9C9F9489}"/>
              </a:ext>
            </a:extLst>
          </p:cNvPr>
          <p:cNvSpPr>
            <a:spLocks noGrp="1"/>
          </p:cNvSpPr>
          <p:nvPr>
            <p:ph type="title"/>
          </p:nvPr>
        </p:nvSpPr>
        <p:spPr/>
        <p:txBody>
          <a:bodyPr/>
          <a:lstStyle/>
          <a:p>
            <a:r>
              <a:rPr lang="en-PH" dirty="0" err="1">
                <a:latin typeface="Consolas" panose="020B0609020204030204" pitchFamily="49" charset="0"/>
              </a:rPr>
              <a:t>onPause</a:t>
            </a:r>
            <a:r>
              <a:rPr lang="en-PH" dirty="0">
                <a:latin typeface="Consolas" panose="020B0609020204030204" pitchFamily="49" charset="0"/>
              </a:rPr>
              <a:t>()</a:t>
            </a:r>
          </a:p>
        </p:txBody>
      </p:sp>
      <p:sp>
        <p:nvSpPr>
          <p:cNvPr id="3" name="Text Placeholder 2">
            <a:extLst>
              <a:ext uri="{FF2B5EF4-FFF2-40B4-BE49-F238E27FC236}">
                <a16:creationId xmlns:a16="http://schemas.microsoft.com/office/drawing/2014/main" id="{2B5C0299-3DE3-7BC3-8D51-CBCCF0FD0C39}"/>
              </a:ext>
            </a:extLst>
          </p:cNvPr>
          <p:cNvSpPr>
            <a:spLocks noGrp="1"/>
          </p:cNvSpPr>
          <p:nvPr>
            <p:ph type="body" idx="1"/>
          </p:nvPr>
        </p:nvSpPr>
        <p:spPr>
          <a:xfrm>
            <a:off x="311700" y="1076275"/>
            <a:ext cx="5247025" cy="3416400"/>
          </a:xfrm>
        </p:spPr>
        <p:txBody>
          <a:bodyPr/>
          <a:lstStyle/>
          <a:p>
            <a:pPr marL="76200" indent="0">
              <a:lnSpc>
                <a:spcPct val="100000"/>
              </a:lnSpc>
              <a:buNone/>
            </a:pPr>
            <a:r>
              <a:rPr lang="en-US" dirty="0"/>
              <a:t>If the activity becomes completely invisible, the system calls </a:t>
            </a:r>
            <a:r>
              <a:rPr lang="en-US" dirty="0" err="1">
                <a:latin typeface="Consolas" panose="020B0609020204030204" pitchFamily="49" charset="0"/>
              </a:rPr>
              <a:t>onStop</a:t>
            </a:r>
            <a:r>
              <a:rPr lang="en-US" dirty="0">
                <a:latin typeface="Consolas" panose="020B0609020204030204" pitchFamily="49" charset="0"/>
              </a:rPr>
              <a:t>().</a:t>
            </a:r>
          </a:p>
        </p:txBody>
      </p:sp>
      <p:sp>
        <p:nvSpPr>
          <p:cNvPr id="4" name="Slide Number Placeholder 3">
            <a:extLst>
              <a:ext uri="{FF2B5EF4-FFF2-40B4-BE49-F238E27FC236}">
                <a16:creationId xmlns:a16="http://schemas.microsoft.com/office/drawing/2014/main" id="{F5D0E0B0-182B-969C-104A-E8351F2CF85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36</a:t>
            </a:fld>
            <a:endParaRPr lang="en"/>
          </a:p>
        </p:txBody>
      </p:sp>
      <p:pic>
        <p:nvPicPr>
          <p:cNvPr id="5" name="Picture 4" descr="A screenshot of a chat&#10;&#10;AI-generated content may be incorrect.">
            <a:extLst>
              <a:ext uri="{FF2B5EF4-FFF2-40B4-BE49-F238E27FC236}">
                <a16:creationId xmlns:a16="http://schemas.microsoft.com/office/drawing/2014/main" id="{E22FFEC1-6EE9-61E9-EBF4-D52E7C19D7C5}"/>
              </a:ext>
            </a:extLst>
          </p:cNvPr>
          <p:cNvPicPr>
            <a:picLocks noChangeAspect="1"/>
          </p:cNvPicPr>
          <p:nvPr/>
        </p:nvPicPr>
        <p:blipFill>
          <a:blip r:embed="rId2"/>
          <a:stretch>
            <a:fillRect/>
          </a:stretch>
        </p:blipFill>
        <p:spPr>
          <a:xfrm>
            <a:off x="6037488" y="984475"/>
            <a:ext cx="2785520" cy="3600000"/>
          </a:xfrm>
          <a:prstGeom prst="rect">
            <a:avLst/>
          </a:prstGeom>
        </p:spPr>
      </p:pic>
      <p:sp>
        <p:nvSpPr>
          <p:cNvPr id="6" name="Google Shape;287;p50">
            <a:extLst>
              <a:ext uri="{FF2B5EF4-FFF2-40B4-BE49-F238E27FC236}">
                <a16:creationId xmlns:a16="http://schemas.microsoft.com/office/drawing/2014/main" id="{BF8596CD-81C9-7200-48BF-1673C876DBC1}"/>
              </a:ext>
            </a:extLst>
          </p:cNvPr>
          <p:cNvSpPr/>
          <p:nvPr/>
        </p:nvSpPr>
        <p:spPr>
          <a:xfrm>
            <a:off x="6870915" y="2865442"/>
            <a:ext cx="873071" cy="268637"/>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280767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D4FC6-0CAF-C03C-ABFC-20E1E99306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0EEBC1-87F4-507C-D70F-99058F073196}"/>
              </a:ext>
            </a:extLst>
          </p:cNvPr>
          <p:cNvSpPr>
            <a:spLocks noGrp="1"/>
          </p:cNvSpPr>
          <p:nvPr>
            <p:ph type="title"/>
          </p:nvPr>
        </p:nvSpPr>
        <p:spPr/>
        <p:txBody>
          <a:bodyPr/>
          <a:lstStyle/>
          <a:p>
            <a:r>
              <a:rPr lang="en-PH" dirty="0" err="1">
                <a:latin typeface="Consolas" panose="020B0609020204030204" pitchFamily="49" charset="0"/>
              </a:rPr>
              <a:t>onStop</a:t>
            </a:r>
            <a:r>
              <a:rPr lang="en-PH" dirty="0">
                <a:latin typeface="Consolas" panose="020B0609020204030204" pitchFamily="49" charset="0"/>
              </a:rPr>
              <a:t>()</a:t>
            </a:r>
          </a:p>
        </p:txBody>
      </p:sp>
      <p:sp>
        <p:nvSpPr>
          <p:cNvPr id="3" name="Text Placeholder 2">
            <a:extLst>
              <a:ext uri="{FF2B5EF4-FFF2-40B4-BE49-F238E27FC236}">
                <a16:creationId xmlns:a16="http://schemas.microsoft.com/office/drawing/2014/main" id="{07393934-9DF5-32A0-52A2-0BE0E9D01F17}"/>
              </a:ext>
            </a:extLst>
          </p:cNvPr>
          <p:cNvSpPr>
            <a:spLocks noGrp="1"/>
          </p:cNvSpPr>
          <p:nvPr>
            <p:ph type="body" idx="1"/>
          </p:nvPr>
        </p:nvSpPr>
        <p:spPr>
          <a:xfrm>
            <a:off x="311700" y="1076275"/>
            <a:ext cx="5247025" cy="3416400"/>
          </a:xfrm>
        </p:spPr>
        <p:txBody>
          <a:bodyPr/>
          <a:lstStyle/>
          <a:p>
            <a:pPr marL="76200" indent="0">
              <a:lnSpc>
                <a:spcPct val="100000"/>
              </a:lnSpc>
              <a:buNone/>
            </a:pPr>
            <a:r>
              <a:rPr lang="en-US" dirty="0"/>
              <a:t>When your activity is no longer visible to the user, it enters the </a:t>
            </a:r>
            <a:r>
              <a:rPr lang="en-US" b="1" dirty="0"/>
              <a:t>Stopped state</a:t>
            </a:r>
            <a:r>
              <a:rPr lang="en-US" dirty="0"/>
              <a:t>, and the system invokes the </a:t>
            </a:r>
            <a:r>
              <a:rPr lang="en-US" dirty="0" err="1">
                <a:latin typeface="Consolas" panose="020B0609020204030204" pitchFamily="49" charset="0"/>
              </a:rPr>
              <a:t>onStop</a:t>
            </a:r>
            <a:r>
              <a:rPr lang="en-US" dirty="0">
                <a:latin typeface="Consolas" panose="020B0609020204030204" pitchFamily="49" charset="0"/>
              </a:rPr>
              <a:t>() </a:t>
            </a:r>
            <a:r>
              <a:rPr lang="en-US" dirty="0"/>
              <a:t>callback. </a:t>
            </a:r>
          </a:p>
          <a:p>
            <a:pPr marL="76200" indent="0">
              <a:lnSpc>
                <a:spcPct val="100000"/>
              </a:lnSpc>
              <a:buNone/>
            </a:pPr>
            <a:endParaRPr lang="en-US" dirty="0"/>
          </a:p>
          <a:p>
            <a:pPr marL="76200" indent="0">
              <a:lnSpc>
                <a:spcPct val="100000"/>
              </a:lnSpc>
              <a:buNone/>
            </a:pPr>
            <a:r>
              <a:rPr lang="en-US" dirty="0"/>
              <a:t>The system also calls </a:t>
            </a:r>
            <a:r>
              <a:rPr lang="en-US" dirty="0" err="1">
                <a:latin typeface="Consolas" panose="020B0609020204030204" pitchFamily="49" charset="0"/>
              </a:rPr>
              <a:t>onStop</a:t>
            </a:r>
            <a:r>
              <a:rPr lang="en-US" dirty="0">
                <a:latin typeface="Consolas" panose="020B0609020204030204" pitchFamily="49" charset="0"/>
              </a:rPr>
              <a:t>() </a:t>
            </a:r>
            <a:r>
              <a:rPr lang="en-US" dirty="0"/>
              <a:t>when the </a:t>
            </a:r>
            <a:r>
              <a:rPr lang="en-US" b="1" dirty="0"/>
              <a:t>activity finishes running </a:t>
            </a:r>
            <a:r>
              <a:rPr lang="en-US" dirty="0"/>
              <a:t>and is about to be </a:t>
            </a:r>
            <a:r>
              <a:rPr lang="en-US" b="1" dirty="0">
                <a:solidFill>
                  <a:srgbClr val="FF0000"/>
                </a:solidFill>
              </a:rPr>
              <a:t>terminated</a:t>
            </a:r>
            <a:r>
              <a:rPr lang="en-US" dirty="0"/>
              <a:t>.</a:t>
            </a:r>
          </a:p>
          <a:p>
            <a:pPr marL="76200" indent="0">
              <a:lnSpc>
                <a:spcPct val="100000"/>
              </a:lnSpc>
              <a:buNone/>
            </a:pPr>
            <a:endParaRPr lang="en-US" dirty="0"/>
          </a:p>
          <a:p>
            <a:pPr marL="76200" indent="0">
              <a:lnSpc>
                <a:spcPct val="100000"/>
              </a:lnSpc>
              <a:buNone/>
            </a:pPr>
            <a:endParaRPr lang="en-US" dirty="0"/>
          </a:p>
        </p:txBody>
      </p:sp>
      <p:sp>
        <p:nvSpPr>
          <p:cNvPr id="4" name="Slide Number Placeholder 3">
            <a:extLst>
              <a:ext uri="{FF2B5EF4-FFF2-40B4-BE49-F238E27FC236}">
                <a16:creationId xmlns:a16="http://schemas.microsoft.com/office/drawing/2014/main" id="{74B1BE17-7E48-DC32-2647-322D0B4F857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37</a:t>
            </a:fld>
            <a:endParaRPr lang="en"/>
          </a:p>
        </p:txBody>
      </p:sp>
      <p:pic>
        <p:nvPicPr>
          <p:cNvPr id="5" name="Picture 4" descr="A screenshot of a chat&#10;&#10;AI-generated content may be incorrect.">
            <a:extLst>
              <a:ext uri="{FF2B5EF4-FFF2-40B4-BE49-F238E27FC236}">
                <a16:creationId xmlns:a16="http://schemas.microsoft.com/office/drawing/2014/main" id="{D29392D2-F713-4F6D-6C66-B62C4D68FBEF}"/>
              </a:ext>
            </a:extLst>
          </p:cNvPr>
          <p:cNvPicPr>
            <a:picLocks noChangeAspect="1"/>
          </p:cNvPicPr>
          <p:nvPr/>
        </p:nvPicPr>
        <p:blipFill>
          <a:blip r:embed="rId2"/>
          <a:stretch>
            <a:fillRect/>
          </a:stretch>
        </p:blipFill>
        <p:spPr>
          <a:xfrm>
            <a:off x="6037488" y="984475"/>
            <a:ext cx="2785520" cy="3600000"/>
          </a:xfrm>
          <a:prstGeom prst="rect">
            <a:avLst/>
          </a:prstGeom>
        </p:spPr>
      </p:pic>
      <p:sp>
        <p:nvSpPr>
          <p:cNvPr id="6" name="Google Shape;287;p50">
            <a:extLst>
              <a:ext uri="{FF2B5EF4-FFF2-40B4-BE49-F238E27FC236}">
                <a16:creationId xmlns:a16="http://schemas.microsoft.com/office/drawing/2014/main" id="{85FB9E24-7D56-08BB-2D37-92FF00DB8F87}"/>
              </a:ext>
            </a:extLst>
          </p:cNvPr>
          <p:cNvSpPr/>
          <p:nvPr/>
        </p:nvSpPr>
        <p:spPr>
          <a:xfrm>
            <a:off x="6870915" y="3376886"/>
            <a:ext cx="873071" cy="268637"/>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02585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19526-B796-8895-0732-E96FB300F2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CCC057-DBAD-9D74-F02D-C421F5778F45}"/>
              </a:ext>
            </a:extLst>
          </p:cNvPr>
          <p:cNvSpPr>
            <a:spLocks noGrp="1"/>
          </p:cNvSpPr>
          <p:nvPr>
            <p:ph type="title"/>
          </p:nvPr>
        </p:nvSpPr>
        <p:spPr/>
        <p:txBody>
          <a:bodyPr/>
          <a:lstStyle/>
          <a:p>
            <a:r>
              <a:rPr lang="en-PH" dirty="0" err="1">
                <a:latin typeface="Consolas" panose="020B0609020204030204" pitchFamily="49" charset="0"/>
              </a:rPr>
              <a:t>onStop</a:t>
            </a:r>
            <a:r>
              <a:rPr lang="en-PH" dirty="0">
                <a:latin typeface="Consolas" panose="020B0609020204030204" pitchFamily="49" charset="0"/>
              </a:rPr>
              <a:t>()</a:t>
            </a:r>
          </a:p>
        </p:txBody>
      </p:sp>
      <p:sp>
        <p:nvSpPr>
          <p:cNvPr id="3" name="Text Placeholder 2">
            <a:extLst>
              <a:ext uri="{FF2B5EF4-FFF2-40B4-BE49-F238E27FC236}">
                <a16:creationId xmlns:a16="http://schemas.microsoft.com/office/drawing/2014/main" id="{8A523660-040D-8BF7-1A12-5C86AFE37115}"/>
              </a:ext>
            </a:extLst>
          </p:cNvPr>
          <p:cNvSpPr>
            <a:spLocks noGrp="1"/>
          </p:cNvSpPr>
          <p:nvPr>
            <p:ph type="body" idx="1"/>
          </p:nvPr>
        </p:nvSpPr>
        <p:spPr>
          <a:xfrm>
            <a:off x="311700" y="1076275"/>
            <a:ext cx="5247025" cy="3416400"/>
          </a:xfrm>
        </p:spPr>
        <p:txBody>
          <a:bodyPr/>
          <a:lstStyle/>
          <a:p>
            <a:pPr marL="76200" indent="0">
              <a:lnSpc>
                <a:spcPct val="100000"/>
              </a:lnSpc>
              <a:buNone/>
            </a:pPr>
            <a:r>
              <a:rPr lang="en-US" dirty="0"/>
              <a:t>In the </a:t>
            </a:r>
            <a:r>
              <a:rPr lang="en-US" dirty="0" err="1">
                <a:latin typeface="Consolas" panose="020B0609020204030204" pitchFamily="49" charset="0"/>
              </a:rPr>
              <a:t>onStop</a:t>
            </a:r>
            <a:r>
              <a:rPr lang="en-US" dirty="0">
                <a:latin typeface="Consolas" panose="020B0609020204030204" pitchFamily="49" charset="0"/>
              </a:rPr>
              <a:t>() </a:t>
            </a:r>
            <a:r>
              <a:rPr lang="en-US" dirty="0"/>
              <a:t>method, release or adjust resources that are not needed while the app is not visible to the user.</a:t>
            </a:r>
          </a:p>
        </p:txBody>
      </p:sp>
      <p:sp>
        <p:nvSpPr>
          <p:cNvPr id="4" name="Slide Number Placeholder 3">
            <a:extLst>
              <a:ext uri="{FF2B5EF4-FFF2-40B4-BE49-F238E27FC236}">
                <a16:creationId xmlns:a16="http://schemas.microsoft.com/office/drawing/2014/main" id="{9D9F6ECD-4A1E-58F5-9468-AE07D86D99F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38</a:t>
            </a:fld>
            <a:endParaRPr lang="en"/>
          </a:p>
        </p:txBody>
      </p:sp>
      <p:pic>
        <p:nvPicPr>
          <p:cNvPr id="5" name="Picture 4" descr="A screenshot of a chat&#10;&#10;AI-generated content may be incorrect.">
            <a:extLst>
              <a:ext uri="{FF2B5EF4-FFF2-40B4-BE49-F238E27FC236}">
                <a16:creationId xmlns:a16="http://schemas.microsoft.com/office/drawing/2014/main" id="{A6D609BB-DE52-44BE-52FB-AA29446F83CB}"/>
              </a:ext>
            </a:extLst>
          </p:cNvPr>
          <p:cNvPicPr>
            <a:picLocks noChangeAspect="1"/>
          </p:cNvPicPr>
          <p:nvPr/>
        </p:nvPicPr>
        <p:blipFill>
          <a:blip r:embed="rId2"/>
          <a:stretch>
            <a:fillRect/>
          </a:stretch>
        </p:blipFill>
        <p:spPr>
          <a:xfrm>
            <a:off x="6037488" y="984475"/>
            <a:ext cx="2785520" cy="3600000"/>
          </a:xfrm>
          <a:prstGeom prst="rect">
            <a:avLst/>
          </a:prstGeom>
        </p:spPr>
      </p:pic>
      <p:sp>
        <p:nvSpPr>
          <p:cNvPr id="6" name="Google Shape;287;p50">
            <a:extLst>
              <a:ext uri="{FF2B5EF4-FFF2-40B4-BE49-F238E27FC236}">
                <a16:creationId xmlns:a16="http://schemas.microsoft.com/office/drawing/2014/main" id="{6F27353C-14E0-740E-EB56-3B129A083399}"/>
              </a:ext>
            </a:extLst>
          </p:cNvPr>
          <p:cNvSpPr/>
          <p:nvPr/>
        </p:nvSpPr>
        <p:spPr>
          <a:xfrm>
            <a:off x="6876081" y="3382052"/>
            <a:ext cx="873071" cy="268637"/>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320877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8882-C13E-E4A6-D328-874127D342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FB1BA2-B52A-589C-0154-AABE56255E5C}"/>
              </a:ext>
            </a:extLst>
          </p:cNvPr>
          <p:cNvSpPr>
            <a:spLocks noGrp="1"/>
          </p:cNvSpPr>
          <p:nvPr>
            <p:ph type="title"/>
          </p:nvPr>
        </p:nvSpPr>
        <p:spPr/>
        <p:txBody>
          <a:bodyPr/>
          <a:lstStyle/>
          <a:p>
            <a:r>
              <a:rPr lang="en-PH" dirty="0" err="1">
                <a:latin typeface="Consolas" panose="020B0609020204030204" pitchFamily="49" charset="0"/>
              </a:rPr>
              <a:t>onDestroy</a:t>
            </a:r>
            <a:r>
              <a:rPr lang="en-PH" dirty="0">
                <a:latin typeface="Consolas" panose="020B0609020204030204" pitchFamily="49" charset="0"/>
              </a:rPr>
              <a:t>()</a:t>
            </a:r>
          </a:p>
        </p:txBody>
      </p:sp>
      <p:sp>
        <p:nvSpPr>
          <p:cNvPr id="3" name="Text Placeholder 2">
            <a:extLst>
              <a:ext uri="{FF2B5EF4-FFF2-40B4-BE49-F238E27FC236}">
                <a16:creationId xmlns:a16="http://schemas.microsoft.com/office/drawing/2014/main" id="{E17AD652-BA5E-0C08-E3AB-2C6027E4C261}"/>
              </a:ext>
            </a:extLst>
          </p:cNvPr>
          <p:cNvSpPr>
            <a:spLocks noGrp="1"/>
          </p:cNvSpPr>
          <p:nvPr>
            <p:ph type="body" idx="1"/>
          </p:nvPr>
        </p:nvSpPr>
        <p:spPr>
          <a:xfrm>
            <a:off x="311700" y="1076275"/>
            <a:ext cx="5247025" cy="3416400"/>
          </a:xfrm>
        </p:spPr>
        <p:txBody>
          <a:bodyPr/>
          <a:lstStyle/>
          <a:p>
            <a:pPr marL="76200" indent="0">
              <a:lnSpc>
                <a:spcPct val="100000"/>
              </a:lnSpc>
              <a:buNone/>
            </a:pPr>
            <a:r>
              <a:rPr lang="en-US" sz="1700" dirty="0" err="1">
                <a:latin typeface="Consolas" panose="020B0609020204030204" pitchFamily="49" charset="0"/>
              </a:rPr>
              <a:t>onDestroy</a:t>
            </a:r>
            <a:r>
              <a:rPr lang="en-US" sz="1700" dirty="0">
                <a:latin typeface="Consolas" panose="020B0609020204030204" pitchFamily="49" charset="0"/>
              </a:rPr>
              <a:t>() </a:t>
            </a:r>
            <a:r>
              <a:rPr lang="en-US" sz="1700" dirty="0"/>
              <a:t>is called before the activity is destroyed. The system invokes this callback for one of two reasons:</a:t>
            </a:r>
          </a:p>
          <a:p>
            <a:pPr marL="76200" indent="0">
              <a:lnSpc>
                <a:spcPct val="100000"/>
              </a:lnSpc>
              <a:buNone/>
            </a:pPr>
            <a:endParaRPr lang="en-US" sz="1700" dirty="0"/>
          </a:p>
          <a:p>
            <a:pPr>
              <a:lnSpc>
                <a:spcPct val="100000"/>
              </a:lnSpc>
              <a:buFont typeface="+mj-lt"/>
              <a:buAutoNum type="arabicPeriod"/>
            </a:pPr>
            <a:r>
              <a:rPr lang="en-US" sz="1700" dirty="0"/>
              <a:t>The activity is finishing, due to the user completely dismissing the activity or due to finish() being called on the activity.</a:t>
            </a:r>
          </a:p>
          <a:p>
            <a:pPr>
              <a:lnSpc>
                <a:spcPct val="100000"/>
              </a:lnSpc>
              <a:buFont typeface="+mj-lt"/>
              <a:buAutoNum type="arabicPeriod"/>
            </a:pPr>
            <a:r>
              <a:rPr lang="en-US" sz="1700" dirty="0"/>
              <a:t>The system is temporarily destroying the activity due to a configuration change, such as device rotation or entering multi-window mode.</a:t>
            </a:r>
          </a:p>
          <a:p>
            <a:pPr marL="76200" indent="0">
              <a:lnSpc>
                <a:spcPct val="100000"/>
              </a:lnSpc>
              <a:buNone/>
            </a:pPr>
            <a:endParaRPr lang="en-US" sz="1700" dirty="0"/>
          </a:p>
        </p:txBody>
      </p:sp>
      <p:sp>
        <p:nvSpPr>
          <p:cNvPr id="4" name="Slide Number Placeholder 3">
            <a:extLst>
              <a:ext uri="{FF2B5EF4-FFF2-40B4-BE49-F238E27FC236}">
                <a16:creationId xmlns:a16="http://schemas.microsoft.com/office/drawing/2014/main" id="{4812F4F9-591F-3184-F216-42C7F9BDD41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39</a:t>
            </a:fld>
            <a:endParaRPr lang="en"/>
          </a:p>
        </p:txBody>
      </p:sp>
      <p:pic>
        <p:nvPicPr>
          <p:cNvPr id="5" name="Picture 4" descr="A screenshot of a chat&#10;&#10;AI-generated content may be incorrect.">
            <a:extLst>
              <a:ext uri="{FF2B5EF4-FFF2-40B4-BE49-F238E27FC236}">
                <a16:creationId xmlns:a16="http://schemas.microsoft.com/office/drawing/2014/main" id="{D4BBE983-1D5E-5EF8-CCCA-A85216C7E5E4}"/>
              </a:ext>
            </a:extLst>
          </p:cNvPr>
          <p:cNvPicPr>
            <a:picLocks noChangeAspect="1"/>
          </p:cNvPicPr>
          <p:nvPr/>
        </p:nvPicPr>
        <p:blipFill>
          <a:blip r:embed="rId2"/>
          <a:stretch>
            <a:fillRect/>
          </a:stretch>
        </p:blipFill>
        <p:spPr>
          <a:xfrm>
            <a:off x="6037488" y="984475"/>
            <a:ext cx="2785520" cy="3600000"/>
          </a:xfrm>
          <a:prstGeom prst="rect">
            <a:avLst/>
          </a:prstGeom>
        </p:spPr>
      </p:pic>
      <p:sp>
        <p:nvSpPr>
          <p:cNvPr id="6" name="Google Shape;287;p50">
            <a:extLst>
              <a:ext uri="{FF2B5EF4-FFF2-40B4-BE49-F238E27FC236}">
                <a16:creationId xmlns:a16="http://schemas.microsoft.com/office/drawing/2014/main" id="{E840EEDF-06BE-A497-36B3-5058ED948B92}"/>
              </a:ext>
            </a:extLst>
          </p:cNvPr>
          <p:cNvSpPr/>
          <p:nvPr/>
        </p:nvSpPr>
        <p:spPr>
          <a:xfrm>
            <a:off x="6876081" y="3890388"/>
            <a:ext cx="873071" cy="268637"/>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7472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9240E-72F2-950B-BB4D-43FB6C652130}"/>
              </a:ext>
            </a:extLst>
          </p:cNvPr>
          <p:cNvSpPr>
            <a:spLocks noGrp="1"/>
          </p:cNvSpPr>
          <p:nvPr>
            <p:ph type="title"/>
          </p:nvPr>
        </p:nvSpPr>
        <p:spPr/>
        <p:txBody>
          <a:bodyPr/>
          <a:lstStyle/>
          <a:p>
            <a:r>
              <a:rPr lang="en-PH" dirty="0"/>
              <a:t>References</a:t>
            </a:r>
          </a:p>
        </p:txBody>
      </p:sp>
      <p:sp>
        <p:nvSpPr>
          <p:cNvPr id="3" name="Text Placeholder 2">
            <a:extLst>
              <a:ext uri="{FF2B5EF4-FFF2-40B4-BE49-F238E27FC236}">
                <a16:creationId xmlns:a16="http://schemas.microsoft.com/office/drawing/2014/main" id="{CDFF0B07-4D6A-3A92-560C-E58960491874}"/>
              </a:ext>
            </a:extLst>
          </p:cNvPr>
          <p:cNvSpPr>
            <a:spLocks noGrp="1"/>
          </p:cNvSpPr>
          <p:nvPr>
            <p:ph type="body" idx="1"/>
          </p:nvPr>
        </p:nvSpPr>
        <p:spPr/>
        <p:txBody>
          <a:bodyPr/>
          <a:lstStyle/>
          <a:p>
            <a:pPr>
              <a:buFont typeface="Arial" panose="020B0604020202020204" pitchFamily="34" charset="0"/>
              <a:buChar char="•"/>
            </a:pPr>
            <a:r>
              <a:rPr lang="en-PH" dirty="0">
                <a:hlinkClick r:id="rId2"/>
              </a:rPr>
              <a:t>https://developer.android.com/guide/components/activities/activity-lifecycle#ondestroy</a:t>
            </a:r>
            <a:endParaRPr lang="en-PH" dirty="0"/>
          </a:p>
          <a:p>
            <a:pPr>
              <a:buFont typeface="Arial" panose="020B0604020202020204" pitchFamily="34" charset="0"/>
              <a:buChar char="•"/>
            </a:pPr>
            <a:endParaRPr lang="en-PH" dirty="0"/>
          </a:p>
          <a:p>
            <a:pPr>
              <a:buFont typeface="Arial" panose="020B0604020202020204" pitchFamily="34" charset="0"/>
              <a:buChar char="•"/>
            </a:pPr>
            <a:r>
              <a:rPr lang="en-PH" dirty="0">
                <a:hlinkClick r:id="rId3"/>
              </a:rPr>
              <a:t>https://www.geeksforgeeks.org/introduction-to-activities-in-android/</a:t>
            </a:r>
            <a:endParaRPr lang="en-PH" dirty="0"/>
          </a:p>
          <a:p>
            <a:pPr>
              <a:buFont typeface="Arial" panose="020B0604020202020204" pitchFamily="34" charset="0"/>
              <a:buChar char="•"/>
            </a:pPr>
            <a:endParaRPr lang="en-PH" dirty="0"/>
          </a:p>
        </p:txBody>
      </p:sp>
      <p:sp>
        <p:nvSpPr>
          <p:cNvPr id="4" name="Slide Number Placeholder 3">
            <a:extLst>
              <a:ext uri="{FF2B5EF4-FFF2-40B4-BE49-F238E27FC236}">
                <a16:creationId xmlns:a16="http://schemas.microsoft.com/office/drawing/2014/main" id="{77724961-AC7C-CB0A-E540-90AB66C5739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40</a:t>
            </a:fld>
            <a:endParaRPr lang="en"/>
          </a:p>
        </p:txBody>
      </p:sp>
    </p:spTree>
    <p:extLst>
      <p:ext uri="{BB962C8B-B14F-4D97-AF65-F5344CB8AC3E}">
        <p14:creationId xmlns:p14="http://schemas.microsoft.com/office/powerpoint/2010/main" val="14199576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41"/>
          <p:cNvSpPr txBox="1">
            <a:spLocks noGrp="1"/>
          </p:cNvSpPr>
          <p:nvPr>
            <p:ph type="ctrTitle"/>
          </p:nvPr>
        </p:nvSpPr>
        <p:spPr>
          <a:xfrm>
            <a:off x="311708" y="778193"/>
            <a:ext cx="85206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END</a:t>
            </a:r>
            <a:endParaRPr dirty="0"/>
          </a:p>
        </p:txBody>
      </p:sp>
      <p:sp>
        <p:nvSpPr>
          <p:cNvPr id="220" name="Google Shape;220;p41"/>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41</a:t>
            </a:fld>
            <a:endParaRPr/>
          </a:p>
        </p:txBody>
      </p:sp>
    </p:spTree>
    <p:extLst>
      <p:ext uri="{BB962C8B-B14F-4D97-AF65-F5344CB8AC3E}">
        <p14:creationId xmlns:p14="http://schemas.microsoft.com/office/powerpoint/2010/main" val="1374398485"/>
      </p:ext>
    </p:extLst>
  </p:cSld>
  <p:clrMapOvr>
    <a:masterClrMapping/>
  </p:clrMapOvr>
</p:sld>
</file>

<file path=ppt/theme/theme1.xml><?xml version="1.0" encoding="utf-8"?>
<a:theme xmlns:a="http://schemas.openxmlformats.org/drawingml/2006/main" name="GDT master">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GDT master">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6de439ce-b7a3-4fe1-9235-7bacf5677901" xsi:nil="true"/>
    <lcf76f155ced4ddcb4097134ff3c332f xmlns="9a780629-4d19-4bb9-9056-9a589cd4d271">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BE22A5FA3A2044CB9CD88DCBEA97603" ma:contentTypeVersion="13" ma:contentTypeDescription="Create a new document." ma:contentTypeScope="" ma:versionID="8bed720c1d94978318d9d7cd216c6cdd">
  <xsd:schema xmlns:xsd="http://www.w3.org/2001/XMLSchema" xmlns:xs="http://www.w3.org/2001/XMLSchema" xmlns:p="http://schemas.microsoft.com/office/2006/metadata/properties" xmlns:ns2="9a780629-4d19-4bb9-9056-9a589cd4d271" xmlns:ns3="6de439ce-b7a3-4fe1-9235-7bacf5677901" targetNamespace="http://schemas.microsoft.com/office/2006/metadata/properties" ma:root="true" ma:fieldsID="d1e6fd8c7da481a3d2be388127b355c0" ns2:_="" ns3:_="">
    <xsd:import namespace="9a780629-4d19-4bb9-9056-9a589cd4d271"/>
    <xsd:import namespace="6de439ce-b7a3-4fe1-9235-7bacf5677901"/>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a780629-4d19-4bb9-9056-9a589cd4d27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0475df7c-731a-48f9-b587-d0ce67fd3439"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6de439ce-b7a3-4fe1-9235-7bacf5677901"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7220bbd5-5dd0-4cc5-8ff1-a93b22e2889e}" ma:internalName="TaxCatchAll" ma:showField="CatchAllData" ma:web="6de439ce-b7a3-4fe1-9235-7bacf5677901">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FE4F98A-D26E-46BF-BF72-CF571D1397AE}">
  <ds:schemaRefs>
    <ds:schemaRef ds:uri="http://schemas.microsoft.com/office/2006/metadata/properties"/>
    <ds:schemaRef ds:uri="http://schemas.microsoft.com/office/infopath/2007/PartnerControls"/>
    <ds:schemaRef ds:uri="6de439ce-b7a3-4fe1-9235-7bacf5677901"/>
    <ds:schemaRef ds:uri="9a780629-4d19-4bb9-9056-9a589cd4d271"/>
  </ds:schemaRefs>
</ds:datastoreItem>
</file>

<file path=customXml/itemProps2.xml><?xml version="1.0" encoding="utf-8"?>
<ds:datastoreItem xmlns:ds="http://schemas.openxmlformats.org/officeDocument/2006/customXml" ds:itemID="{9E7F6840-6857-43E1-9DE4-2E7F6BB5FC10}">
  <ds:schemaRefs>
    <ds:schemaRef ds:uri="http://schemas.microsoft.com/sharepoint/v3/contenttype/forms"/>
  </ds:schemaRefs>
</ds:datastoreItem>
</file>

<file path=customXml/itemProps3.xml><?xml version="1.0" encoding="utf-8"?>
<ds:datastoreItem xmlns:ds="http://schemas.openxmlformats.org/officeDocument/2006/customXml" ds:itemID="{15A5714C-0834-4C0E-B236-4249A47FB83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a780629-4d19-4bb9-9056-9a589cd4d271"/>
    <ds:schemaRef ds:uri="6de439ce-b7a3-4fe1-9235-7bacf567790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220</TotalTime>
  <Words>1272</Words>
  <Application>Microsoft Office PowerPoint</Application>
  <PresentationFormat>On-screen Show (16:9)</PresentationFormat>
  <Paragraphs>158</Paragraphs>
  <Slides>41</Slides>
  <Notes>10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41</vt:i4>
      </vt:variant>
    </vt:vector>
  </HeadingPairs>
  <TitlesOfParts>
    <vt:vector size="48" baseType="lpstr">
      <vt:lpstr>Roboto</vt:lpstr>
      <vt:lpstr>Consolas</vt:lpstr>
      <vt:lpstr>Wingdings</vt:lpstr>
      <vt:lpstr>Arial</vt:lpstr>
      <vt:lpstr>Open Sans</vt:lpstr>
      <vt:lpstr>GDT master</vt:lpstr>
      <vt:lpstr>GDT master</vt:lpstr>
      <vt:lpstr>Activities and Activity Lifecycle</vt:lpstr>
      <vt:lpstr>Contents</vt:lpstr>
      <vt:lpstr>Introduction to Activities</vt:lpstr>
      <vt:lpstr>Introduction to Activities</vt:lpstr>
      <vt:lpstr>Introduction to Activities</vt:lpstr>
      <vt:lpstr>What is an Activity?</vt:lpstr>
      <vt:lpstr>What is an Activity?</vt:lpstr>
      <vt:lpstr>What is an Activity?</vt:lpstr>
      <vt:lpstr>What is an Activity?</vt:lpstr>
      <vt:lpstr>What is an Activity?</vt:lpstr>
      <vt:lpstr>What is an Activity?</vt:lpstr>
      <vt:lpstr>The Activity Lifecycle</vt:lpstr>
      <vt:lpstr>Activity Lifecycle</vt:lpstr>
      <vt:lpstr>Activity Lifecycle</vt:lpstr>
      <vt:lpstr>Activity Lifecycle</vt:lpstr>
      <vt:lpstr>Lifecycle Callbacks</vt:lpstr>
      <vt:lpstr>Lifecycle Callbacks</vt:lpstr>
      <vt:lpstr>PowerPoint Presentation</vt:lpstr>
      <vt:lpstr>onCreate()</vt:lpstr>
      <vt:lpstr>onCreate()</vt:lpstr>
      <vt:lpstr>onCreate()</vt:lpstr>
      <vt:lpstr>onCreate()</vt:lpstr>
      <vt:lpstr>onCreate()</vt:lpstr>
      <vt:lpstr>onStart()</vt:lpstr>
      <vt:lpstr>onStart()</vt:lpstr>
      <vt:lpstr>onResume()</vt:lpstr>
      <vt:lpstr>onResume()</vt:lpstr>
      <vt:lpstr>onResume()</vt:lpstr>
      <vt:lpstr>onResume()</vt:lpstr>
      <vt:lpstr>onPause()</vt:lpstr>
      <vt:lpstr>onPause()</vt:lpstr>
      <vt:lpstr>onPause()</vt:lpstr>
      <vt:lpstr>onPause()</vt:lpstr>
      <vt:lpstr>onPause()</vt:lpstr>
      <vt:lpstr>onPause()</vt:lpstr>
      <vt:lpstr>onPause()</vt:lpstr>
      <vt:lpstr>onStop()</vt:lpstr>
      <vt:lpstr>onStop()</vt:lpstr>
      <vt:lpstr>onDestroy()</vt:lpstr>
      <vt:lpstr>References</vt:lpstr>
      <vt:lpstr>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ANDROID STUDIO FUNDAMENTALS</dc:title>
  <cp:lastModifiedBy>SLY Ponio</cp:lastModifiedBy>
  <cp:revision>15</cp:revision>
  <dcterms:modified xsi:type="dcterms:W3CDTF">2025-03-27T14:48:33Z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0x0101000BE22A5FA3A2044CB9CD88DCBEA97603</vt:lpwstr>
  </property>
</Properties>
</file>